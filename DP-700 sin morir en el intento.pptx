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7" r:id="rId3"/>
    <p:sldId id="288" r:id="rId4"/>
    <p:sldId id="285" r:id="rId5"/>
    <p:sldId id="286" r:id="rId6"/>
    <p:sldId id="291" r:id="rId7"/>
    <p:sldId id="257" r:id="rId8"/>
    <p:sldId id="290" r:id="rId9"/>
    <p:sldId id="292" r:id="rId10"/>
    <p:sldId id="259" r:id="rId11"/>
    <p:sldId id="279" r:id="rId12"/>
    <p:sldId id="281" r:id="rId13"/>
    <p:sldId id="284" r:id="rId14"/>
    <p:sldId id="280" r:id="rId15"/>
    <p:sldId id="283" r:id="rId16"/>
    <p:sldId id="258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9" r:id="rId25"/>
    <p:sldId id="270" r:id="rId26"/>
    <p:sldId id="271" r:id="rId27"/>
    <p:sldId id="277" r:id="rId28"/>
    <p:sldId id="273" r:id="rId29"/>
    <p:sldId id="274" r:id="rId30"/>
    <p:sldId id="275" r:id="rId31"/>
    <p:sldId id="293" r:id="rId3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3F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7A7ACB-0E1D-4634-9926-E4C50C1E6C40}" v="28" dt="2026-09-26T05:03:56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5" autoAdjust="0"/>
    <p:restoredTop sz="97071" autoAdjust="0"/>
  </p:normalViewPr>
  <p:slideViewPr>
    <p:cSldViewPr snapToGrid="0" snapToObjects="1">
      <p:cViewPr varScale="1">
        <p:scale>
          <a:sx n="62" d="100"/>
          <a:sy n="62" d="100"/>
        </p:scale>
        <p:origin x="766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4" d="100"/>
          <a:sy n="54" d="100"/>
        </p:scale>
        <p:origin x="2875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úl Vinuesa Arjona" userId="bae2613c96c1f2f2" providerId="LiveId" clId="{DE473D92-D238-4412-B20C-491BD2EFD54C}"/>
    <pc:docChg chg="undo custSel addSld delSld modSld sldOrd modNotesMaster">
      <pc:chgData name="Raúl Vinuesa Arjona" userId="bae2613c96c1f2f2" providerId="LiveId" clId="{DE473D92-D238-4412-B20C-491BD2EFD54C}" dt="2026-09-28T17:20:54.483" v="2260" actId="931"/>
      <pc:docMkLst>
        <pc:docMk/>
      </pc:docMkLst>
      <pc:sldChg chg="addSp delSp modSp mod">
        <pc:chgData name="Raúl Vinuesa Arjona" userId="bae2613c96c1f2f2" providerId="LiveId" clId="{DE473D92-D238-4412-B20C-491BD2EFD54C}" dt="2026-09-26T05:08:26.157" v="2029" actId="478"/>
        <pc:sldMkLst>
          <pc:docMk/>
          <pc:sldMk cId="0" sldId="256"/>
        </pc:sldMkLst>
        <pc:spChg chg="mod">
          <ac:chgData name="Raúl Vinuesa Arjona" userId="bae2613c96c1f2f2" providerId="LiveId" clId="{DE473D92-D238-4412-B20C-491BD2EFD54C}" dt="2026-09-12T06:40:54.603" v="1" actId="27636"/>
          <ac:spMkLst>
            <pc:docMk/>
            <pc:sldMk cId="0" sldId="256"/>
            <ac:spMk id="6" creationId="{00000000-0000-0000-0000-000000000000}"/>
          </ac:spMkLst>
        </pc:spChg>
        <pc:picChg chg="mod">
          <ac:chgData name="Raúl Vinuesa Arjona" userId="bae2613c96c1f2f2" providerId="LiveId" clId="{DE473D92-D238-4412-B20C-491BD2EFD54C}" dt="2026-09-23T16:45:38.697" v="1857" actId="1076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 ord">
        <pc:chgData name="Raúl Vinuesa Arjona" userId="bae2613c96c1f2f2" providerId="LiveId" clId="{DE473D92-D238-4412-B20C-491BD2EFD54C}" dt="2026-09-26T05:05:41.492" v="2027"/>
        <pc:sldMkLst>
          <pc:docMk/>
          <pc:sldMk cId="0" sldId="257"/>
        </pc:sldMkLst>
        <pc:spChg chg="mod">
          <ac:chgData name="Raúl Vinuesa Arjona" userId="bae2613c96c1f2f2" providerId="LiveId" clId="{DE473D92-D238-4412-B20C-491BD2EFD54C}" dt="2026-09-26T05:04:42.618" v="202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17T04:27:44.322" v="504" actId="1076"/>
          <ac:spMkLst>
            <pc:docMk/>
            <pc:sldMk cId="0" sldId="257"/>
            <ac:spMk id="6" creationId="{00000000-0000-0000-0000-000000000000}"/>
          </ac:spMkLst>
        </pc:spChg>
        <pc:picChg chg="add mod">
          <ac:chgData name="Raúl Vinuesa Arjona" userId="bae2613c96c1f2f2" providerId="LiveId" clId="{DE473D92-D238-4412-B20C-491BD2EFD54C}" dt="2026-09-26T05:05:35.223" v="2024" actId="1076"/>
          <ac:picMkLst>
            <pc:docMk/>
            <pc:sldMk cId="0" sldId="257"/>
            <ac:picMk id="8" creationId="{AA2E239D-6698-2C3D-115D-1DCF1A7A9258}"/>
          </ac:picMkLst>
        </pc:picChg>
      </pc:sldChg>
      <pc:sldChg chg="addSp delSp modSp mod">
        <pc:chgData name="Raúl Vinuesa Arjona" userId="bae2613c96c1f2f2" providerId="LiveId" clId="{DE473D92-D238-4412-B20C-491BD2EFD54C}" dt="2026-09-26T05:23:58.635" v="2107" actId="20577"/>
        <pc:sldMkLst>
          <pc:docMk/>
          <pc:sldMk cId="0" sldId="258"/>
        </pc:sldMkLst>
        <pc:spChg chg="mod">
          <ac:chgData name="Raúl Vinuesa Arjona" userId="bae2613c96c1f2f2" providerId="LiveId" clId="{DE473D92-D238-4412-B20C-491BD2EFD54C}" dt="2026-09-20T16:05:39.957" v="739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16T18:03:29.621" v="123" actId="6549"/>
          <ac:spMkLst>
            <pc:docMk/>
            <pc:sldMk cId="0" sldId="258"/>
            <ac:spMk id="3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17T04:29:06.013" v="513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38:07.297" v="949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05:49.469" v="740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17T04:29:13.639" v="523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38:12.009" v="950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6T05:23:58.635" v="2107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17T04:29:22.230" v="530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16T18:04:16.106" v="170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06:29.309" v="744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17T04:29:29.744" v="537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16T18:04:19.363" v="171" actId="1410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06:23.099" v="743" actId="1076"/>
          <ac:spMkLst>
            <pc:docMk/>
            <pc:sldMk cId="0" sldId="258"/>
            <ac:spMk id="21" creationId="{00000000-0000-0000-0000-000000000000}"/>
          </ac:spMkLst>
        </pc:spChg>
      </pc:sldChg>
      <pc:sldChg chg="addSp delSp modSp mod ord">
        <pc:chgData name="Raúl Vinuesa Arjona" userId="bae2613c96c1f2f2" providerId="LiveId" clId="{DE473D92-D238-4412-B20C-491BD2EFD54C}" dt="2026-09-20T16:01:27.916" v="634" actId="1076"/>
        <pc:sldMkLst>
          <pc:docMk/>
          <pc:sldMk cId="0" sldId="259"/>
        </pc:sldMkLst>
        <pc:spChg chg="add mod">
          <ac:chgData name="Raúl Vinuesa Arjona" userId="bae2613c96c1f2f2" providerId="LiveId" clId="{DE473D92-D238-4412-B20C-491BD2EFD54C}" dt="2026-09-20T16:01:27.916" v="634" actId="1076"/>
          <ac:spMkLst>
            <pc:docMk/>
            <pc:sldMk cId="0" sldId="259"/>
            <ac:spMk id="3" creationId="{71DC2F18-395C-7B2A-628A-847739512DE4}"/>
          </ac:spMkLst>
        </pc:spChg>
      </pc:sldChg>
      <pc:sldChg chg="modSp mod">
        <pc:chgData name="Raúl Vinuesa Arjona" userId="bae2613c96c1f2f2" providerId="LiveId" clId="{DE473D92-D238-4412-B20C-491BD2EFD54C}" dt="2026-09-20T16:06:43.448" v="746" actId="14100"/>
        <pc:sldMkLst>
          <pc:docMk/>
          <pc:sldMk cId="0" sldId="260"/>
        </pc:sldMkLst>
        <pc:spChg chg="mod">
          <ac:chgData name="Raúl Vinuesa Arjona" userId="bae2613c96c1f2f2" providerId="LiveId" clId="{DE473D92-D238-4412-B20C-491BD2EFD54C}" dt="2026-09-20T16:06:43.448" v="746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06:40.460" v="745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17T04:30:22.278" v="538" actId="1076"/>
          <ac:spMkLst>
            <pc:docMk/>
            <pc:sldMk cId="0" sldId="260"/>
            <ac:spMk id="6" creationId="{00000000-0000-0000-0000-000000000000}"/>
          </ac:spMkLst>
        </pc:spChg>
      </pc:sldChg>
      <pc:sldChg chg="addSp delSp modSp mod">
        <pc:chgData name="Raúl Vinuesa Arjona" userId="bae2613c96c1f2f2" providerId="LiveId" clId="{DE473D92-D238-4412-B20C-491BD2EFD54C}" dt="2026-09-26T05:24:44.924" v="2119" actId="20577"/>
        <pc:sldMkLst>
          <pc:docMk/>
          <pc:sldMk cId="0" sldId="261"/>
        </pc:sldMkLst>
        <pc:spChg chg="mod">
          <ac:chgData name="Raúl Vinuesa Arjona" userId="bae2613c96c1f2f2" providerId="LiveId" clId="{DE473D92-D238-4412-B20C-491BD2EFD54C}" dt="2026-09-20T16:14:59.951" v="783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15:36.429" v="800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15:12.515" v="785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6T05:24:44.924" v="2119" actId="20577"/>
          <ac:spMkLst>
            <pc:docMk/>
            <pc:sldMk cId="0" sldId="261"/>
            <ac:spMk id="10" creationId="{00000000-0000-0000-0000-000000000000}"/>
          </ac:spMkLst>
        </pc:spChg>
        <pc:picChg chg="add mod">
          <ac:chgData name="Raúl Vinuesa Arjona" userId="bae2613c96c1f2f2" providerId="LiveId" clId="{DE473D92-D238-4412-B20C-491BD2EFD54C}" dt="2026-09-20T16:51:35.128" v="1121" actId="1076"/>
          <ac:picMkLst>
            <pc:docMk/>
            <pc:sldMk cId="0" sldId="261"/>
            <ac:picMk id="14" creationId="{4710A3FC-EBA0-B4F0-C8DC-AF0FFDD9222E}"/>
          </ac:picMkLst>
        </pc:picChg>
      </pc:sldChg>
      <pc:sldChg chg="addSp delSp modSp mod">
        <pc:chgData name="Raúl Vinuesa Arjona" userId="bae2613c96c1f2f2" providerId="LiveId" clId="{DE473D92-D238-4412-B20C-491BD2EFD54C}" dt="2026-09-20T16:36:35.497" v="946" actId="1076"/>
        <pc:sldMkLst>
          <pc:docMk/>
          <pc:sldMk cId="0" sldId="262"/>
        </pc:sldMkLst>
        <pc:spChg chg="mod">
          <ac:chgData name="Raúl Vinuesa Arjona" userId="bae2613c96c1f2f2" providerId="LiveId" clId="{DE473D92-D238-4412-B20C-491BD2EFD54C}" dt="2026-09-20T16:16:10.725" v="801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25:00.698" v="811" actId="207"/>
          <ac:spMkLst>
            <pc:docMk/>
            <pc:sldMk cId="0" sldId="262"/>
            <ac:spMk id="10" creationId="{00000000-0000-0000-0000-000000000000}"/>
          </ac:spMkLst>
        </pc:spChg>
        <pc:spChg chg="add mod">
          <ac:chgData name="Raúl Vinuesa Arjona" userId="bae2613c96c1f2f2" providerId="LiveId" clId="{DE473D92-D238-4412-B20C-491BD2EFD54C}" dt="2026-09-20T16:36:25.383" v="943" actId="1076"/>
          <ac:spMkLst>
            <pc:docMk/>
            <pc:sldMk cId="0" sldId="262"/>
            <ac:spMk id="14" creationId="{211642BE-5AD5-D2AA-8569-94C1EF85AB24}"/>
          </ac:spMkLst>
        </pc:spChg>
        <pc:picChg chg="add mod">
          <ac:chgData name="Raúl Vinuesa Arjona" userId="bae2613c96c1f2f2" providerId="LiveId" clId="{DE473D92-D238-4412-B20C-491BD2EFD54C}" dt="2026-09-20T16:36:35.497" v="946" actId="1076"/>
          <ac:picMkLst>
            <pc:docMk/>
            <pc:sldMk cId="0" sldId="262"/>
            <ac:picMk id="18" creationId="{1A8C7ECE-E20D-B9E4-E671-0C55F2A17E45}"/>
          </ac:picMkLst>
        </pc:picChg>
      </pc:sldChg>
      <pc:sldChg chg="modSp mod">
        <pc:chgData name="Raúl Vinuesa Arjona" userId="bae2613c96c1f2f2" providerId="LiveId" clId="{DE473D92-D238-4412-B20C-491BD2EFD54C}" dt="2026-09-20T17:00:43.250" v="1146" actId="20577"/>
        <pc:sldMkLst>
          <pc:docMk/>
          <pc:sldMk cId="0" sldId="263"/>
        </pc:sldMkLst>
        <pc:spChg chg="mod">
          <ac:chgData name="Raúl Vinuesa Arjona" userId="bae2613c96c1f2f2" providerId="LiveId" clId="{DE473D92-D238-4412-B20C-491BD2EFD54C}" dt="2026-09-20T17:00:43.250" v="1146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36:43.642" v="947" actId="1076"/>
          <ac:spMkLst>
            <pc:docMk/>
            <pc:sldMk cId="0" sldId="263"/>
            <ac:spMk id="6" creationId="{00000000-0000-0000-0000-000000000000}"/>
          </ac:spMkLst>
        </pc:spChg>
      </pc:sldChg>
      <pc:sldChg chg="addSp delSp modSp mod">
        <pc:chgData name="Raúl Vinuesa Arjona" userId="bae2613c96c1f2f2" providerId="LiveId" clId="{DE473D92-D238-4412-B20C-491BD2EFD54C}" dt="2026-09-26T05:29:52.001" v="2140" actId="113"/>
        <pc:sldMkLst>
          <pc:docMk/>
          <pc:sldMk cId="0" sldId="264"/>
        </pc:sldMkLst>
        <pc:spChg chg="add del mod">
          <ac:chgData name="Raúl Vinuesa Arjona" userId="bae2613c96c1f2f2" providerId="LiveId" clId="{DE473D92-D238-4412-B20C-491BD2EFD54C}" dt="2026-09-20T17:15:14.443" v="1551" actId="1076"/>
          <ac:spMkLst>
            <pc:docMk/>
            <pc:sldMk cId="0" sldId="264"/>
            <ac:spMk id="5" creationId="{00000000-0000-0000-0000-000000000000}"/>
          </ac:spMkLst>
        </pc:spChg>
        <pc:spChg chg="add del mod">
          <ac:chgData name="Raúl Vinuesa Arjona" userId="bae2613c96c1f2f2" providerId="LiveId" clId="{DE473D92-D238-4412-B20C-491BD2EFD54C}" dt="2026-09-20T17:15:36.484" v="1582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16:02.969" v="1585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6T05:29:52.001" v="2140" actId="113"/>
          <ac:spMkLst>
            <pc:docMk/>
            <pc:sldMk cId="0" sldId="264"/>
            <ac:spMk id="8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44:36.674" v="979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6:44:36.674" v="979" actId="1076"/>
          <ac:spMkLst>
            <pc:docMk/>
            <pc:sldMk cId="0" sldId="264"/>
            <ac:spMk id="10" creationId="{00000000-0000-0000-0000-000000000000}"/>
          </ac:spMkLst>
        </pc:spChg>
        <pc:spChg chg="add mod">
          <ac:chgData name="Raúl Vinuesa Arjona" userId="bae2613c96c1f2f2" providerId="LiveId" clId="{DE473D92-D238-4412-B20C-491BD2EFD54C}" dt="2026-09-20T16:44:53.514" v="983" actId="1076"/>
          <ac:spMkLst>
            <pc:docMk/>
            <pc:sldMk cId="0" sldId="264"/>
            <ac:spMk id="22" creationId="{9D7984E8-ED60-EF6D-593F-5DA2595BEA68}"/>
          </ac:spMkLst>
        </pc:spChg>
        <pc:spChg chg="add mod">
          <ac:chgData name="Raúl Vinuesa Arjona" userId="bae2613c96c1f2f2" providerId="LiveId" clId="{DE473D92-D238-4412-B20C-491BD2EFD54C}" dt="2026-09-20T16:46:14.236" v="1098" actId="207"/>
          <ac:spMkLst>
            <pc:docMk/>
            <pc:sldMk cId="0" sldId="264"/>
            <ac:spMk id="24" creationId="{A7FE1616-694B-D6AD-1A47-DEBC43AD6417}"/>
          </ac:spMkLst>
        </pc:spChg>
        <pc:picChg chg="add mod">
          <ac:chgData name="Raúl Vinuesa Arjona" userId="bae2613c96c1f2f2" providerId="LiveId" clId="{DE473D92-D238-4412-B20C-491BD2EFD54C}" dt="2026-09-20T16:43:50.899" v="969" actId="1076"/>
          <ac:picMkLst>
            <pc:docMk/>
            <pc:sldMk cId="0" sldId="264"/>
            <ac:picMk id="17" creationId="{5A547D2C-32AB-A4DF-769E-6E340603BE22}"/>
          </ac:picMkLst>
        </pc:picChg>
        <pc:picChg chg="add mod">
          <ac:chgData name="Raúl Vinuesa Arjona" userId="bae2613c96c1f2f2" providerId="LiveId" clId="{DE473D92-D238-4412-B20C-491BD2EFD54C}" dt="2026-09-20T17:04:14.005" v="1185" actId="1076"/>
          <ac:picMkLst>
            <pc:docMk/>
            <pc:sldMk cId="0" sldId="264"/>
            <ac:picMk id="19" creationId="{5A033FA9-741B-E60A-79A1-8C5639E75D8D}"/>
          </ac:picMkLst>
        </pc:picChg>
      </pc:sldChg>
      <pc:sldChg chg="addSp delSp modSp mod">
        <pc:chgData name="Raúl Vinuesa Arjona" userId="bae2613c96c1f2f2" providerId="LiveId" clId="{DE473D92-D238-4412-B20C-491BD2EFD54C}" dt="2026-09-20T17:19:39.560" v="1704" actId="14100"/>
        <pc:sldMkLst>
          <pc:docMk/>
          <pc:sldMk cId="0" sldId="265"/>
        </pc:sldMkLst>
        <pc:spChg chg="mod">
          <ac:chgData name="Raúl Vinuesa Arjona" userId="bae2613c96c1f2f2" providerId="LiveId" clId="{DE473D92-D238-4412-B20C-491BD2EFD54C}" dt="2026-09-20T17:05:36.334" v="1222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18:27.747" v="1627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16:38.401" v="1588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01:44.993" v="1150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17:09.529" v="1591" actId="207"/>
          <ac:spMkLst>
            <pc:docMk/>
            <pc:sldMk cId="0" sldId="265"/>
            <ac:spMk id="8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02:37.830" v="1165"/>
          <ac:spMkLst>
            <pc:docMk/>
            <pc:sldMk cId="0" sldId="265"/>
            <ac:spMk id="9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17:54.978" v="1623" actId="20577"/>
          <ac:spMkLst>
            <pc:docMk/>
            <pc:sldMk cId="0" sldId="265"/>
            <ac:spMk id="10" creationId="{00000000-0000-0000-0000-000000000000}"/>
          </ac:spMkLst>
        </pc:spChg>
        <pc:spChg chg="add mod">
          <ac:chgData name="Raúl Vinuesa Arjona" userId="bae2613c96c1f2f2" providerId="LiveId" clId="{DE473D92-D238-4412-B20C-491BD2EFD54C}" dt="2026-09-20T17:19:39.560" v="1704" actId="14100"/>
          <ac:spMkLst>
            <pc:docMk/>
            <pc:sldMk cId="0" sldId="265"/>
            <ac:spMk id="14" creationId="{D69F8030-75C5-48F1-B133-F3EC621BC7FA}"/>
          </ac:spMkLst>
        </pc:spChg>
        <pc:spChg chg="add mod">
          <ac:chgData name="Raúl Vinuesa Arjona" userId="bae2613c96c1f2f2" providerId="LiveId" clId="{DE473D92-D238-4412-B20C-491BD2EFD54C}" dt="2026-09-20T17:18:34.119" v="1628" actId="1076"/>
          <ac:spMkLst>
            <pc:docMk/>
            <pc:sldMk cId="0" sldId="265"/>
            <ac:spMk id="19" creationId="{2425C21A-75C2-02C7-5919-B03B8993CAE3}"/>
          </ac:spMkLst>
        </pc:spChg>
        <pc:spChg chg="add mod">
          <ac:chgData name="Raúl Vinuesa Arjona" userId="bae2613c96c1f2f2" providerId="LiveId" clId="{DE473D92-D238-4412-B20C-491BD2EFD54C}" dt="2026-09-20T17:18:49.366" v="1630" actId="1076"/>
          <ac:spMkLst>
            <pc:docMk/>
            <pc:sldMk cId="0" sldId="265"/>
            <ac:spMk id="21" creationId="{257479C4-2B0E-76A4-87B4-D80AF158C3AB}"/>
          </ac:spMkLst>
        </pc:spChg>
        <pc:spChg chg="add mod">
          <ac:chgData name="Raúl Vinuesa Arjona" userId="bae2613c96c1f2f2" providerId="LiveId" clId="{DE473D92-D238-4412-B20C-491BD2EFD54C}" dt="2026-09-20T17:17:38.516" v="1595" actId="1076"/>
          <ac:spMkLst>
            <pc:docMk/>
            <pc:sldMk cId="0" sldId="265"/>
            <ac:spMk id="23" creationId="{03F5F64D-0B68-A9B8-BB0A-47E600E0660C}"/>
          </ac:spMkLst>
        </pc:spChg>
        <pc:spChg chg="add mod">
          <ac:chgData name="Raúl Vinuesa Arjona" userId="bae2613c96c1f2f2" providerId="LiveId" clId="{DE473D92-D238-4412-B20C-491BD2EFD54C}" dt="2026-09-20T17:10:42.048" v="1340" actId="1076"/>
          <ac:spMkLst>
            <pc:docMk/>
            <pc:sldMk cId="0" sldId="265"/>
            <ac:spMk id="25" creationId="{D593A1B9-8E06-C937-EF5A-07494C16BDA8}"/>
          </ac:spMkLst>
        </pc:spChg>
        <pc:spChg chg="add mod">
          <ac:chgData name="Raúl Vinuesa Arjona" userId="bae2613c96c1f2f2" providerId="LiveId" clId="{DE473D92-D238-4412-B20C-491BD2EFD54C}" dt="2026-09-20T17:18:20.109" v="1626" actId="1076"/>
          <ac:spMkLst>
            <pc:docMk/>
            <pc:sldMk cId="0" sldId="265"/>
            <ac:spMk id="27" creationId="{C28CEF2D-1C62-90E7-380D-A3B1FDDBE639}"/>
          </ac:spMkLst>
        </pc:spChg>
        <pc:picChg chg="add mod">
          <ac:chgData name="Raúl Vinuesa Arjona" userId="bae2613c96c1f2f2" providerId="LiveId" clId="{DE473D92-D238-4412-B20C-491BD2EFD54C}" dt="2026-09-20T17:08:14.108" v="1229" actId="1076"/>
          <ac:picMkLst>
            <pc:docMk/>
            <pc:sldMk cId="0" sldId="265"/>
            <ac:picMk id="29" creationId="{B697E516-B27B-25F3-D7EC-21877A9DD571}"/>
          </ac:picMkLst>
        </pc:picChg>
      </pc:sldChg>
      <pc:sldChg chg="addSp delSp modSp mod ord">
        <pc:chgData name="Raúl Vinuesa Arjona" userId="bae2613c96c1f2f2" providerId="LiveId" clId="{DE473D92-D238-4412-B20C-491BD2EFD54C}" dt="2026-09-26T05:42:00.556" v="2258" actId="166"/>
        <pc:sldMkLst>
          <pc:docMk/>
          <pc:sldMk cId="0" sldId="266"/>
        </pc:sldMkLst>
        <pc:spChg chg="ord">
          <ac:chgData name="Raúl Vinuesa Arjona" userId="bae2613c96c1f2f2" providerId="LiveId" clId="{DE473D92-D238-4412-B20C-491BD2EFD54C}" dt="2026-09-26T05:41:19.630" v="2257" actId="166"/>
          <ac:spMkLst>
            <pc:docMk/>
            <pc:sldMk cId="0" sldId="266"/>
            <ac:spMk id="3" creationId="{00000000-0000-0000-0000-000000000000}"/>
          </ac:spMkLst>
        </pc:spChg>
        <pc:spChg chg="ord">
          <ac:chgData name="Raúl Vinuesa Arjona" userId="bae2613c96c1f2f2" providerId="LiveId" clId="{DE473D92-D238-4412-B20C-491BD2EFD54C}" dt="2026-09-26T05:42:00.556" v="2258" actId="166"/>
          <ac:spMkLst>
            <pc:docMk/>
            <pc:sldMk cId="0" sldId="266"/>
            <ac:spMk id="13" creationId="{00000000-0000-0000-0000-000000000000}"/>
          </ac:spMkLst>
        </pc:spChg>
        <pc:picChg chg="add mod">
          <ac:chgData name="Raúl Vinuesa Arjona" userId="bae2613c96c1f2f2" providerId="LiveId" clId="{DE473D92-D238-4412-B20C-491BD2EFD54C}" dt="2026-09-26T05:40:59.544" v="2256" actId="14100"/>
          <ac:picMkLst>
            <pc:docMk/>
            <pc:sldMk cId="0" sldId="266"/>
            <ac:picMk id="25" creationId="{F4DE54F7-784F-9139-BF1F-DEF54E954E0B}"/>
          </ac:picMkLst>
        </pc:picChg>
      </pc:sldChg>
      <pc:sldChg chg="addSp delSp modSp mod">
        <pc:chgData name="Raúl Vinuesa Arjona" userId="bae2613c96c1f2f2" providerId="LiveId" clId="{DE473D92-D238-4412-B20C-491BD2EFD54C}" dt="2026-09-23T17:46:46.074" v="1910" actId="166"/>
        <pc:sldMkLst>
          <pc:docMk/>
          <pc:sldMk cId="0" sldId="270"/>
        </pc:sldMkLst>
        <pc:spChg chg="mod">
          <ac:chgData name="Raúl Vinuesa Arjona" userId="bae2613c96c1f2f2" providerId="LiveId" clId="{DE473D92-D238-4412-B20C-491BD2EFD54C}" dt="2026-09-23T17:45:54.019" v="1901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46:16.828" v="1904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46:37.156" v="1909" actId="14100"/>
          <ac:spMkLst>
            <pc:docMk/>
            <pc:sldMk cId="0" sldId="270"/>
            <ac:spMk id="6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46:16.828" v="1904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46:16.828" v="1904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46:16.828" v="1904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46:16.828" v="1904" actId="1076"/>
          <ac:spMkLst>
            <pc:docMk/>
            <pc:sldMk cId="0" sldId="270"/>
            <ac:spMk id="10" creationId="{00000000-0000-0000-0000-000000000000}"/>
          </ac:spMkLst>
        </pc:spChg>
        <pc:picChg chg="mod ord">
          <ac:chgData name="Raúl Vinuesa Arjona" userId="bae2613c96c1f2f2" providerId="LiveId" clId="{DE473D92-D238-4412-B20C-491BD2EFD54C}" dt="2026-09-23T17:46:46.074" v="1910" actId="166"/>
          <ac:picMkLst>
            <pc:docMk/>
            <pc:sldMk cId="0" sldId="270"/>
            <ac:picMk id="15" creationId="{4CE05C8B-C54B-88BE-9612-5E015FC29430}"/>
          </ac:picMkLst>
        </pc:picChg>
        <pc:picChg chg="add mod">
          <ac:chgData name="Raúl Vinuesa Arjona" userId="bae2613c96c1f2f2" providerId="LiveId" clId="{DE473D92-D238-4412-B20C-491BD2EFD54C}" dt="2026-09-23T17:46:34.579" v="1908" actId="1076"/>
          <ac:picMkLst>
            <pc:docMk/>
            <pc:sldMk cId="0" sldId="270"/>
            <ac:picMk id="16" creationId="{AEE4EE67-6AD5-44AB-E34D-4379F38B4C4D}"/>
          </ac:picMkLst>
        </pc:picChg>
      </pc:sldChg>
      <pc:sldChg chg="addSp delSp modSp mod">
        <pc:chgData name="Raúl Vinuesa Arjona" userId="bae2613c96c1f2f2" providerId="LiveId" clId="{DE473D92-D238-4412-B20C-491BD2EFD54C}" dt="2026-09-23T17:51:50.367" v="1936" actId="14100"/>
        <pc:sldMkLst>
          <pc:docMk/>
          <pc:sldMk cId="0" sldId="271"/>
        </pc:sldMkLst>
        <pc:spChg chg="mod">
          <ac:chgData name="Raúl Vinuesa Arjona" userId="bae2613c96c1f2f2" providerId="LiveId" clId="{DE473D92-D238-4412-B20C-491BD2EFD54C}" dt="2026-09-23T17:51:44.396" v="1934" actId="14100"/>
          <ac:spMkLst>
            <pc:docMk/>
            <pc:sldMk cId="0" sldId="271"/>
            <ac:spMk id="3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51:05.964" v="1919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51:18.412" v="1926" actId="14100"/>
          <ac:spMkLst>
            <pc:docMk/>
            <pc:sldMk cId="0" sldId="271"/>
            <ac:spMk id="6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50:48.203" v="1916" actId="14100"/>
          <ac:spMkLst>
            <pc:docMk/>
            <pc:sldMk cId="0" sldId="271"/>
            <ac:spMk id="7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50:48.203" v="1916" actId="14100"/>
          <ac:spMkLst>
            <pc:docMk/>
            <pc:sldMk cId="0" sldId="271"/>
            <ac:spMk id="8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50:33.948" v="1914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50:33.948" v="1914" actId="1076"/>
          <ac:spMkLst>
            <pc:docMk/>
            <pc:sldMk cId="0" sldId="271"/>
            <ac:spMk id="10" creationId="{00000000-0000-0000-0000-000000000000}"/>
          </ac:spMkLst>
        </pc:spChg>
        <pc:picChg chg="add mod">
          <ac:chgData name="Raúl Vinuesa Arjona" userId="bae2613c96c1f2f2" providerId="LiveId" clId="{DE473D92-D238-4412-B20C-491BD2EFD54C}" dt="2026-09-23T17:51:50.367" v="1936" actId="14100"/>
          <ac:picMkLst>
            <pc:docMk/>
            <pc:sldMk cId="0" sldId="271"/>
            <ac:picMk id="14" creationId="{0F206494-4C66-014A-B43C-B74E21FD087A}"/>
          </ac:picMkLst>
        </pc:picChg>
        <pc:picChg chg="mod">
          <ac:chgData name="Raúl Vinuesa Arjona" userId="bae2613c96c1f2f2" providerId="LiveId" clId="{DE473D92-D238-4412-B20C-491BD2EFD54C}" dt="2026-09-23T17:51:36.624" v="1931" actId="1076"/>
          <ac:picMkLst>
            <pc:docMk/>
            <pc:sldMk cId="0" sldId="271"/>
            <ac:picMk id="15" creationId="{4CE05C8B-C54B-88BE-9612-5E015FC29430}"/>
          </ac:picMkLst>
        </pc:picChg>
      </pc:sldChg>
      <pc:sldChg chg="addSp delSp modSp mod">
        <pc:chgData name="Raúl Vinuesa Arjona" userId="bae2613c96c1f2f2" providerId="LiveId" clId="{DE473D92-D238-4412-B20C-491BD2EFD54C}" dt="2026-09-25T15:57:42.785" v="1941" actId="27636"/>
        <pc:sldMkLst>
          <pc:docMk/>
          <pc:sldMk cId="0" sldId="274"/>
        </pc:sldMkLst>
        <pc:spChg chg="mod">
          <ac:chgData name="Raúl Vinuesa Arjona" userId="bae2613c96c1f2f2" providerId="LiveId" clId="{DE473D92-D238-4412-B20C-491BD2EFD54C}" dt="2026-09-25T15:57:42.785" v="1941" actId="27636"/>
          <ac:spMkLst>
            <pc:docMk/>
            <pc:sldMk cId="0" sldId="274"/>
            <ac:spMk id="6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39:34.268" v="1756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39:26.404" v="1755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39:38.157" v="1757" actId="14100"/>
          <ac:spMkLst>
            <pc:docMk/>
            <pc:sldMk cId="0" sldId="274"/>
            <ac:spMk id="10" creationId="{00000000-0000-0000-0000-000000000000}"/>
          </ac:spMkLst>
        </pc:spChg>
        <pc:spChg chg="add mod">
          <ac:chgData name="Raúl Vinuesa Arjona" userId="bae2613c96c1f2f2" providerId="LiveId" clId="{DE473D92-D238-4412-B20C-491BD2EFD54C}" dt="2026-09-20T17:40:29.518" v="1817" actId="20577"/>
          <ac:spMkLst>
            <pc:docMk/>
            <pc:sldMk cId="0" sldId="274"/>
            <ac:spMk id="14" creationId="{977E97F3-693F-E656-D4B5-EA4CAADB69FE}"/>
          </ac:spMkLst>
        </pc:spChg>
        <pc:spChg chg="add mod">
          <ac:chgData name="Raúl Vinuesa Arjona" userId="bae2613c96c1f2f2" providerId="LiveId" clId="{DE473D92-D238-4412-B20C-491BD2EFD54C}" dt="2026-09-20T17:39:58.842" v="1761" actId="1076"/>
          <ac:spMkLst>
            <pc:docMk/>
            <pc:sldMk cId="0" sldId="274"/>
            <ac:spMk id="17" creationId="{54D79D17-3083-CC86-9D11-DA6BB0094CE3}"/>
          </ac:spMkLst>
        </pc:spChg>
        <pc:picChg chg="add mod">
          <ac:chgData name="Raúl Vinuesa Arjona" userId="bae2613c96c1f2f2" providerId="LiveId" clId="{DE473D92-D238-4412-B20C-491BD2EFD54C}" dt="2026-09-20T17:41:53.178" v="1823" actId="1076"/>
          <ac:picMkLst>
            <pc:docMk/>
            <pc:sldMk cId="0" sldId="274"/>
            <ac:picMk id="19" creationId="{C34DD062-571B-9793-3E87-D97AD1520114}"/>
          </ac:picMkLst>
        </pc:picChg>
      </pc:sldChg>
      <pc:sldChg chg="addSp delSp modSp mod">
        <pc:chgData name="Raúl Vinuesa Arjona" userId="bae2613c96c1f2f2" providerId="LiveId" clId="{DE473D92-D238-4412-B20C-491BD2EFD54C}" dt="2026-09-23T17:19:45.289" v="1881" actId="1076"/>
        <pc:sldMkLst>
          <pc:docMk/>
          <pc:sldMk cId="0" sldId="275"/>
        </pc:sldMkLst>
        <pc:spChg chg="mod">
          <ac:chgData name="Raúl Vinuesa Arjona" userId="bae2613c96c1f2f2" providerId="LiveId" clId="{DE473D92-D238-4412-B20C-491BD2EFD54C}" dt="2026-09-20T17:38:20.312" v="1750" actId="20577"/>
          <ac:spMkLst>
            <pc:docMk/>
            <pc:sldMk cId="0" sldId="275"/>
            <ac:spMk id="6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0T17:37:12.375" v="1734" actId="14100"/>
          <ac:spMkLst>
            <pc:docMk/>
            <pc:sldMk cId="0" sldId="275"/>
            <ac:spMk id="8" creationId="{00000000-0000-0000-0000-000000000000}"/>
          </ac:spMkLst>
        </pc:spChg>
        <pc:picChg chg="add mod">
          <ac:chgData name="Raúl Vinuesa Arjona" userId="bae2613c96c1f2f2" providerId="LiveId" clId="{DE473D92-D238-4412-B20C-491BD2EFD54C}" dt="2026-09-23T17:19:45.289" v="1881" actId="1076"/>
          <ac:picMkLst>
            <pc:docMk/>
            <pc:sldMk cId="0" sldId="275"/>
            <ac:picMk id="19" creationId="{6F6EAD71-70AA-2024-7B66-A9B90A130AD0}"/>
          </ac:picMkLst>
        </pc:picChg>
      </pc:sldChg>
      <pc:sldChg chg="delSp modSp mod ord">
        <pc:chgData name="Raúl Vinuesa Arjona" userId="bae2613c96c1f2f2" providerId="LiveId" clId="{DE473D92-D238-4412-B20C-491BD2EFD54C}" dt="2026-09-26T05:37:51.087" v="2248" actId="20577"/>
        <pc:sldMkLst>
          <pc:docMk/>
          <pc:sldMk cId="0" sldId="277"/>
        </pc:sldMkLst>
        <pc:spChg chg="mod">
          <ac:chgData name="Raúl Vinuesa Arjona" userId="bae2613c96c1f2f2" providerId="LiveId" clId="{DE473D92-D238-4412-B20C-491BD2EFD54C}" dt="2026-09-26T05:37:51.087" v="2248" actId="20577"/>
          <ac:spMkLst>
            <pc:docMk/>
            <pc:sldMk cId="0" sldId="277"/>
            <ac:spMk id="5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9-23T17:19:59.395" v="1885" actId="20577"/>
          <ac:spMkLst>
            <pc:docMk/>
            <pc:sldMk cId="0" sldId="277"/>
            <ac:spMk id="8" creationId="{00000000-0000-0000-0000-000000000000}"/>
          </ac:spMkLst>
        </pc:spChg>
      </pc:sldChg>
      <pc:sldChg chg="addSp delSp modSp add mod ord">
        <pc:chgData name="Raúl Vinuesa Arjona" userId="bae2613c96c1f2f2" providerId="LiveId" clId="{DE473D92-D238-4412-B20C-491BD2EFD54C}" dt="2026-09-20T16:50:34.780" v="1102" actId="20577"/>
        <pc:sldMkLst>
          <pc:docMk/>
          <pc:sldMk cId="3969499479" sldId="279"/>
        </pc:sldMkLst>
        <pc:spChg chg="mod">
          <ac:chgData name="Raúl Vinuesa Arjona" userId="bae2613c96c1f2f2" providerId="LiveId" clId="{DE473D92-D238-4412-B20C-491BD2EFD54C}" dt="2026-09-20T16:50:34.780" v="1102" actId="20577"/>
          <ac:spMkLst>
            <pc:docMk/>
            <pc:sldMk cId="3969499479" sldId="279"/>
            <ac:spMk id="2" creationId="{E5D07432-AAE3-15C4-BE59-08594FA6F57B}"/>
          </ac:spMkLst>
        </pc:spChg>
        <pc:picChg chg="add mod">
          <ac:chgData name="Raúl Vinuesa Arjona" userId="bae2613c96c1f2f2" providerId="LiveId" clId="{DE473D92-D238-4412-B20C-491BD2EFD54C}" dt="2026-09-17T05:40:15.680" v="568" actId="1076"/>
          <ac:picMkLst>
            <pc:docMk/>
            <pc:sldMk cId="3969499479" sldId="279"/>
            <ac:picMk id="15" creationId="{B315A11B-ABCD-8708-26EF-4012FE9923FF}"/>
          </ac:picMkLst>
        </pc:picChg>
      </pc:sldChg>
      <pc:sldChg chg="modSp add mod">
        <pc:chgData name="Raúl Vinuesa Arjona" userId="bae2613c96c1f2f2" providerId="LiveId" clId="{DE473D92-D238-4412-B20C-491BD2EFD54C}" dt="2026-09-23T17:11:36.662" v="1867" actId="1076"/>
        <pc:sldMkLst>
          <pc:docMk/>
          <pc:sldMk cId="3315390775" sldId="280"/>
        </pc:sldMkLst>
        <pc:spChg chg="mod">
          <ac:chgData name="Raúl Vinuesa Arjona" userId="bae2613c96c1f2f2" providerId="LiveId" clId="{DE473D92-D238-4412-B20C-491BD2EFD54C}" dt="2026-09-20T16:03:50.756" v="689" actId="20577"/>
          <ac:spMkLst>
            <pc:docMk/>
            <pc:sldMk cId="3315390775" sldId="280"/>
            <ac:spMk id="2" creationId="{965DA27D-1643-A80D-C74B-15223E3DB32B}"/>
          </ac:spMkLst>
        </pc:spChg>
        <pc:spChg chg="mod">
          <ac:chgData name="Raúl Vinuesa Arjona" userId="bae2613c96c1f2f2" providerId="LiveId" clId="{DE473D92-D238-4412-B20C-491BD2EFD54C}" dt="2026-09-23T17:11:36.662" v="1867" actId="1076"/>
          <ac:spMkLst>
            <pc:docMk/>
            <pc:sldMk cId="3315390775" sldId="280"/>
            <ac:spMk id="3" creationId="{88F4C946-75BE-10F9-F025-6136C3DC1752}"/>
          </ac:spMkLst>
        </pc:spChg>
      </pc:sldChg>
      <pc:sldChg chg="modSp add mod setBg">
        <pc:chgData name="Raúl Vinuesa Arjona" userId="bae2613c96c1f2f2" providerId="LiveId" clId="{DE473D92-D238-4412-B20C-491BD2EFD54C}" dt="2026-09-20T16:00:07.053" v="587" actId="27636"/>
        <pc:sldMkLst>
          <pc:docMk/>
          <pc:sldMk cId="0" sldId="281"/>
        </pc:sldMkLst>
        <pc:spChg chg="mod">
          <ac:chgData name="Raúl Vinuesa Arjona" userId="bae2613c96c1f2f2" providerId="LiveId" clId="{DE473D92-D238-4412-B20C-491BD2EFD54C}" dt="2026-09-20T16:00:07.053" v="587" actId="27636"/>
          <ac:spMkLst>
            <pc:docMk/>
            <pc:sldMk cId="0" sldId="281"/>
            <ac:spMk id="35" creationId="{55C46E22-29A9-BA26-2A48-A77D731C4D19}"/>
          </ac:spMkLst>
        </pc:spChg>
      </pc:sldChg>
      <pc:sldChg chg="addSp delSp modSp add mod setBg">
        <pc:chgData name="Raúl Vinuesa Arjona" userId="bae2613c96c1f2f2" providerId="LiveId" clId="{DE473D92-D238-4412-B20C-491BD2EFD54C}" dt="2026-09-26T05:23:27.172" v="2095" actId="1076"/>
        <pc:sldMkLst>
          <pc:docMk/>
          <pc:sldMk cId="2000589804" sldId="283"/>
        </pc:sldMkLst>
        <pc:spChg chg="mod">
          <ac:chgData name="Raúl Vinuesa Arjona" userId="bae2613c96c1f2f2" providerId="LiveId" clId="{DE473D92-D238-4412-B20C-491BD2EFD54C}" dt="2026-09-26T05:21:59.098" v="2063" actId="1076"/>
          <ac:spMkLst>
            <pc:docMk/>
            <pc:sldMk cId="2000589804" sldId="283"/>
            <ac:spMk id="5" creationId="{FB89E707-8534-6EA1-2E2C-48B756B574E5}"/>
          </ac:spMkLst>
        </pc:spChg>
        <pc:spChg chg="mod">
          <ac:chgData name="Raúl Vinuesa Arjona" userId="bae2613c96c1f2f2" providerId="LiveId" clId="{DE473D92-D238-4412-B20C-491BD2EFD54C}" dt="2026-09-26T05:21:59.098" v="2063" actId="1076"/>
          <ac:spMkLst>
            <pc:docMk/>
            <pc:sldMk cId="2000589804" sldId="283"/>
            <ac:spMk id="6" creationId="{5C2179CF-DE82-5FD7-2538-ADFE1DB29B5D}"/>
          </ac:spMkLst>
        </pc:spChg>
        <pc:spChg chg="mod">
          <ac:chgData name="Raúl Vinuesa Arjona" userId="bae2613c96c1f2f2" providerId="LiveId" clId="{DE473D92-D238-4412-B20C-491BD2EFD54C}" dt="2026-09-26T05:21:59.098" v="2063" actId="1076"/>
          <ac:spMkLst>
            <pc:docMk/>
            <pc:sldMk cId="2000589804" sldId="283"/>
            <ac:spMk id="7" creationId="{A3140118-A746-EC29-FD26-8EAED6687685}"/>
          </ac:spMkLst>
        </pc:spChg>
        <pc:spChg chg="mod">
          <ac:chgData name="Raúl Vinuesa Arjona" userId="bae2613c96c1f2f2" providerId="LiveId" clId="{DE473D92-D238-4412-B20C-491BD2EFD54C}" dt="2026-09-26T05:22:47.410" v="2090" actId="207"/>
          <ac:spMkLst>
            <pc:docMk/>
            <pc:sldMk cId="2000589804" sldId="283"/>
            <ac:spMk id="8" creationId="{86E3D617-9D5C-A699-B2B1-4B1F52E536EF}"/>
          </ac:spMkLst>
        </pc:spChg>
        <pc:spChg chg="mod">
          <ac:chgData name="Raúl Vinuesa Arjona" userId="bae2613c96c1f2f2" providerId="LiveId" clId="{DE473D92-D238-4412-B20C-491BD2EFD54C}" dt="2026-09-26T05:23:21.135" v="2094" actId="1076"/>
          <ac:spMkLst>
            <pc:docMk/>
            <pc:sldMk cId="2000589804" sldId="283"/>
            <ac:spMk id="10" creationId="{831AC99A-BB50-1CE2-892A-E489EEF14177}"/>
          </ac:spMkLst>
        </pc:spChg>
        <pc:spChg chg="add del mod">
          <ac:chgData name="Raúl Vinuesa Arjona" userId="bae2613c96c1f2f2" providerId="LiveId" clId="{DE473D92-D238-4412-B20C-491BD2EFD54C}" dt="2026-09-26T05:23:27.172" v="2095" actId="1076"/>
          <ac:spMkLst>
            <pc:docMk/>
            <pc:sldMk cId="2000589804" sldId="283"/>
            <ac:spMk id="20" creationId="{629B3F40-A8D9-B3C9-0D30-48F80B7CF393}"/>
          </ac:spMkLst>
        </pc:spChg>
        <pc:picChg chg="mod">
          <ac:chgData name="Raúl Vinuesa Arjona" userId="bae2613c96c1f2f2" providerId="LiveId" clId="{DE473D92-D238-4412-B20C-491BD2EFD54C}" dt="2026-09-26T05:21:59.098" v="2063" actId="1076"/>
          <ac:picMkLst>
            <pc:docMk/>
            <pc:sldMk cId="2000589804" sldId="283"/>
            <ac:picMk id="16" creationId="{976061E1-D257-0084-2F36-5082BD346829}"/>
          </ac:picMkLst>
        </pc:picChg>
        <pc:picChg chg="mod">
          <ac:chgData name="Raúl Vinuesa Arjona" userId="bae2613c96c1f2f2" providerId="LiveId" clId="{DE473D92-D238-4412-B20C-491BD2EFD54C}" dt="2026-09-26T05:22:20.639" v="2067" actId="1076"/>
          <ac:picMkLst>
            <pc:docMk/>
            <pc:sldMk cId="2000589804" sldId="283"/>
            <ac:picMk id="19" creationId="{A94C3458-4B90-C134-81EC-3F17FC1CE390}"/>
          </ac:picMkLst>
        </pc:picChg>
      </pc:sldChg>
      <pc:sldChg chg="add setBg">
        <pc:chgData name="Raúl Vinuesa Arjona" userId="bae2613c96c1f2f2" providerId="LiveId" clId="{DE473D92-D238-4412-B20C-491BD2EFD54C}" dt="2026-09-23T16:39:37.293" v="1828"/>
        <pc:sldMkLst>
          <pc:docMk/>
          <pc:sldMk cId="2848295218" sldId="284"/>
        </pc:sldMkLst>
      </pc:sldChg>
      <pc:sldChg chg="modSp add mod">
        <pc:chgData name="Raúl Vinuesa Arjona" userId="bae2613c96c1f2f2" providerId="LiveId" clId="{DE473D92-D238-4412-B20C-491BD2EFD54C}" dt="2026-09-26T04:46:22.365" v="1948" actId="27636"/>
        <pc:sldMkLst>
          <pc:docMk/>
          <pc:sldMk cId="2731530643" sldId="285"/>
        </pc:sldMkLst>
        <pc:spChg chg="mod">
          <ac:chgData name="Raúl Vinuesa Arjona" userId="bae2613c96c1f2f2" providerId="LiveId" clId="{DE473D92-D238-4412-B20C-491BD2EFD54C}" dt="2026-09-26T04:46:22.365" v="1948" actId="27636"/>
          <ac:spMkLst>
            <pc:docMk/>
            <pc:sldMk cId="2731530643" sldId="285"/>
            <ac:spMk id="35" creationId="{5F77BDF6-DB8D-608C-CC9E-6363EA8B079E}"/>
          </ac:spMkLst>
        </pc:spChg>
      </pc:sldChg>
      <pc:sldChg chg="add">
        <pc:chgData name="Raúl Vinuesa Arjona" userId="bae2613c96c1f2f2" providerId="LiveId" clId="{DE473D92-D238-4412-B20C-491BD2EFD54C}" dt="2026-09-23T16:39:52.706" v="1830"/>
        <pc:sldMkLst>
          <pc:docMk/>
          <pc:sldMk cId="2938219617" sldId="286"/>
        </pc:sldMkLst>
      </pc:sldChg>
      <pc:sldChg chg="addSp delSp modSp new mod">
        <pc:chgData name="Raúl Vinuesa Arjona" userId="bae2613c96c1f2f2" providerId="LiveId" clId="{DE473D92-D238-4412-B20C-491BD2EFD54C}" dt="2026-09-28T17:20:54.483" v="2260" actId="931"/>
        <pc:sldMkLst>
          <pc:docMk/>
          <pc:sldMk cId="521103937" sldId="287"/>
        </pc:sldMkLst>
        <pc:picChg chg="add mod">
          <ac:chgData name="Raúl Vinuesa Arjona" userId="bae2613c96c1f2f2" providerId="LiveId" clId="{DE473D92-D238-4412-B20C-491BD2EFD54C}" dt="2026-09-28T17:20:54.483" v="2260" actId="931"/>
          <ac:picMkLst>
            <pc:docMk/>
            <pc:sldMk cId="521103937" sldId="287"/>
            <ac:picMk id="3" creationId="{B404101C-87CD-6E4D-2C0D-247EA19ADF55}"/>
          </ac:picMkLst>
        </pc:picChg>
        <pc:picChg chg="add del mod">
          <ac:chgData name="Raúl Vinuesa Arjona" userId="bae2613c96c1f2f2" providerId="LiveId" clId="{DE473D92-D238-4412-B20C-491BD2EFD54C}" dt="2026-09-28T17:20:39.243" v="2259" actId="478"/>
          <ac:picMkLst>
            <pc:docMk/>
            <pc:sldMk cId="521103937" sldId="287"/>
            <ac:picMk id="11" creationId="{0E4E3DDE-D275-A992-BED2-BD3F07E08814}"/>
          </ac:picMkLst>
        </pc:picChg>
      </pc:sldChg>
      <pc:sldChg chg="addSp delSp modSp new mod">
        <pc:chgData name="Raúl Vinuesa Arjona" userId="bae2613c96c1f2f2" providerId="LiveId" clId="{DE473D92-D238-4412-B20C-491BD2EFD54C}" dt="2026-09-26T04:54:50.529" v="1977" actId="931"/>
        <pc:sldMkLst>
          <pc:docMk/>
          <pc:sldMk cId="1144229138" sldId="288"/>
        </pc:sldMkLst>
        <pc:picChg chg="add mod">
          <ac:chgData name="Raúl Vinuesa Arjona" userId="bae2613c96c1f2f2" providerId="LiveId" clId="{DE473D92-D238-4412-B20C-491BD2EFD54C}" dt="2026-09-26T04:54:50.529" v="1977" actId="931"/>
          <ac:picMkLst>
            <pc:docMk/>
            <pc:sldMk cId="1144229138" sldId="288"/>
            <ac:picMk id="7" creationId="{CF34691F-82BC-88F3-6CD5-011BCE01FD22}"/>
          </ac:picMkLst>
        </pc:picChg>
      </pc:sldChg>
      <pc:sldChg chg="new">
        <pc:chgData name="Raúl Vinuesa Arjona" userId="bae2613c96c1f2f2" providerId="LiveId" clId="{DE473D92-D238-4412-B20C-491BD2EFD54C}" dt="2026-09-23T17:09:04.803" v="1865" actId="680"/>
        <pc:sldMkLst>
          <pc:docMk/>
          <pc:sldMk cId="1348440055" sldId="290"/>
        </pc:sldMkLst>
      </pc:sldChg>
      <pc:sldChg chg="addSp delSp modSp add mod">
        <pc:chgData name="Raúl Vinuesa Arjona" userId="bae2613c96c1f2f2" providerId="LiveId" clId="{DE473D92-D238-4412-B20C-491BD2EFD54C}" dt="2026-09-26T05:27:56.955" v="2138" actId="1076"/>
        <pc:sldMkLst>
          <pc:docMk/>
          <pc:sldMk cId="3242318020" sldId="291"/>
        </pc:sldMkLst>
        <pc:spChg chg="mod">
          <ac:chgData name="Raúl Vinuesa Arjona" userId="bae2613c96c1f2f2" providerId="LiveId" clId="{DE473D92-D238-4412-B20C-491BD2EFD54C}" dt="2026-09-26T05:27:15.729" v="2125" actId="1076"/>
          <ac:spMkLst>
            <pc:docMk/>
            <pc:sldMk cId="3242318020" sldId="291"/>
            <ac:spMk id="2" creationId="{7BCA72DE-53D2-9001-DBAF-18D33D25F255}"/>
          </ac:spMkLst>
        </pc:spChg>
        <pc:spChg chg="add mod">
          <ac:chgData name="Raúl Vinuesa Arjona" userId="bae2613c96c1f2f2" providerId="LiveId" clId="{DE473D92-D238-4412-B20C-491BD2EFD54C}" dt="2026-09-26T05:27:48.385" v="2135" actId="1076"/>
          <ac:spMkLst>
            <pc:docMk/>
            <pc:sldMk cId="3242318020" sldId="291"/>
            <ac:spMk id="24" creationId="{F0E25F33-3C67-A18B-D3A4-7C20DD858CFB}"/>
          </ac:spMkLst>
        </pc:spChg>
        <pc:picChg chg="add mod">
          <ac:chgData name="Raúl Vinuesa Arjona" userId="bae2613c96c1f2f2" providerId="LiveId" clId="{DE473D92-D238-4412-B20C-491BD2EFD54C}" dt="2026-09-26T05:27:40.764" v="2134" actId="1076"/>
          <ac:picMkLst>
            <pc:docMk/>
            <pc:sldMk cId="3242318020" sldId="291"/>
            <ac:picMk id="21" creationId="{C28D88E0-FD03-F4E9-8F67-67AF9B6A8D81}"/>
          </ac:picMkLst>
        </pc:picChg>
        <pc:picChg chg="add mod">
          <ac:chgData name="Raúl Vinuesa Arjona" userId="bae2613c96c1f2f2" providerId="LiveId" clId="{DE473D92-D238-4412-B20C-491BD2EFD54C}" dt="2026-09-26T05:27:56.955" v="2138" actId="1076"/>
          <ac:picMkLst>
            <pc:docMk/>
            <pc:sldMk cId="3242318020" sldId="291"/>
            <ac:picMk id="28" creationId="{9E12931F-AE44-0223-92D9-32FD704C0CE8}"/>
          </ac:picMkLst>
        </pc:picChg>
      </pc:sldChg>
      <pc:sldChg chg="add">
        <pc:chgData name="Raúl Vinuesa Arjona" userId="bae2613c96c1f2f2" providerId="LiveId" clId="{DE473D92-D238-4412-B20C-491BD2EFD54C}" dt="2026-09-26T05:04:02.276" v="2006" actId="2890"/>
        <pc:sldMkLst>
          <pc:docMk/>
          <pc:sldMk cId="1439248226" sldId="292"/>
        </pc:sldMkLst>
      </pc:sldChg>
      <pc:sldChg chg="add">
        <pc:chgData name="Raúl Vinuesa Arjona" userId="bae2613c96c1f2f2" providerId="LiveId" clId="{DE473D92-D238-4412-B20C-491BD2EFD54C}" dt="2026-09-26T05:37:26.201" v="2240" actId="2890"/>
        <pc:sldMkLst>
          <pc:docMk/>
          <pc:sldMk cId="3639008951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64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 el evento, el pueblo y el grupo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C903-769D-FF9F-6315-9839C830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63CEA-3FDB-163A-DBE0-90F2765CE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1CA1A-84A1-0D72-F6F2-9EAD35DE8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los patrocinadores: sin ellos no hay evento gratuito.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ECB54-2B95-559F-6FED-3BA337E52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6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0A52-3DB4-3728-FDA5-C68C1C5F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070DC-B12D-5C75-15AE-2F190E49C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BBE7A-8B06-2DD0-A1BA-C91D9A78B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los patrocinadores: sin ellos no hay evento gratuito.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58EF4-70D5-11FA-1071-E74EAF0429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60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46DFA-AAEC-F94A-57FF-2F516CB04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B0F1D-D775-3C2A-D357-743D8300C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34460-F752-DAE0-B301-D5016AB20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los patrocinadores: sin ellos no hay evento gratuito.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6DC4E-874F-9420-5660-5F3C5D6D5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90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Ángulo = 'ingeniería del aprendizaje'. No vengo a repasar Fabric, sino a enseñar el sistema que construí. Presentarme en una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2A2E-BE37-D3CF-15F5-405264CD3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953A1-F2DD-8957-35BD-E003D4922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30ECD-943D-324E-9B80-84C3C946B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Ángulo = 'ingeniería del aprendizaje'. No vengo a repasar Fabric, sino a enseñar el sistema que construí. Presentarme en una frase.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36C4F-BAA4-EA67-2CC1-3937CA082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71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ponente: nombre, rol, comunidad y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D59B0-9A05-A2B3-FEC2-AD0C12D3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F7D3D-850C-3C8F-C366-F8BBFB408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04215-15AE-5AA1-C760-B0AF1789B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los patrocinadores: sin ellos no hay evento gratuito.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FFDB0-067B-332D-0A94-8AB4B2A28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66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los patrocinadores: sin ellos no hay evento gratuito.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02B3E-A600-F56E-294D-FCB754F6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BEBB1-8C0F-426B-A089-D6569BC04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16B60-2209-7CA9-176C-2D7AFFE46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los patrocinadores: sin ellos no hay evento gratuito.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49F88-2F40-E27D-9B34-BC4375F6D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48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54E6-7BC0-4FBB-77A1-2A459FB9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14762-B021-D2FF-AD1A-F389AE727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6A707-1038-9B24-D358-96B1721CD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los patrocinadores: sin ellos no hay evento gratuito.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D79A1-9DA2-BE29-D7B0-8B7B4AB31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29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3512-A3BB-D773-3C09-CE01B01C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F2553-A73E-48F4-D9C0-1AE3D8A9F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D5741-2328-D11C-8008-DE5C81EB0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ponente: nombre, rol, comunidad y contacto.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2A308-B7E3-C7AE-7B4D-21961293A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9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en 4 bloques, del diagnóstico al patrón replicable. Unos 30 minutos. Cada bloque abre con una portada morada.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el bloque de contexto: de qué punto partí y qué hipótesis me planteé. Bajar el ritmo, es la parte de 'historia'.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fallo no fue volumen, fue distribución del estudio. La propia plataforma me señaló 3 áreas débiles: Administración, Real-Time Intelligence y Control de versiones. De ahí un plan dirigido por datos (regla 80/20).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cuello de botella no era el temario, era el método de repaso. El estudio pasivo (releer) da falsa sensación de dominio. Introduce los tres pilares que materializa el sistema: repaso activo, feedback objetivo y trazabilidad de errores.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el bloque de arquitectura: cómo está construido el sistema por 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RAG artesanal + prompt engineering + disciplina de fuentes. Insistir en el grounding: la teoría se ancla SIEMPRE en Microsoft Learn oficial; la IA no puede inventarse el temario. Regla anti-alucinación: si no lo sabe con certeza, lo 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ficheros versionados, cada uno resuelve un problema distinto del estudio. El versionado (Flashcards v2.5, Chuleta v3.2) importa: cada trampa nueva actualizaba el fichero. Control de versiones aplicado al propio 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mismo asistente, siete interacciones parametrizadas. No leer los siete: dar 2-3 ejemplos. El formato estricto (4 opciones neutras, respuesta aleatoria A/B/C/D) evita el sesgo 'la correcta es la B' y obliga a razonar sobre los distractores.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el bloque de método: cómo medí si el sistema funcionaba y cómo mejoré.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 backlog con métricas. Cada sesión registra área, modo, contenido, nota y 'puntos débiles nuevos', y esos puntos alimentan la chuleta de trampas: bucle cerrado de mejora. Comparar con ir al gimnasio con tabla vs. sin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la señal buena de la mala: los simulacros en sesión salían al 90-100% pero estaban sesgados (preguntaban lo recién estudiado). El juez fiable era el practice assessment oficial de MS Learn: 74% a 80% en días. Cuidado con el set de validación contaminado.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gracias a asistentes, voluntarios, Madridejos y patrocinadores. Invitar a compartir con los hashtags.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el cierre: la receta replicable para cualquier certificación.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explícito el 'cómo lo montarías tú'. El sistema es agnóstico al examen: la plantilla vale para AZ-, DP-, cualquier certificación. El log de errores por patrón es la pieza de mayor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Rellenar el resultado real del examen (no consta en los ficheros del proyecto). Cierre: 'No automaticé el aprender; automaticé el repasar bien y el no repetir errores.' Prever preguntas sobre el prompt maestro y el grounding.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4853-9DB3-BA89-62FA-03B76E58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FE701-4AC0-0926-BED4-7DF82ED75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72C50-CA2D-AA3F-0EB1-D2E909A9E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gracias a asistentes, voluntarios, Madridejos y patrocinadores. Invitar a compartir con los hashtags.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EF193-58DD-99EF-773C-767442461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93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jpg"/><Relationship Id="rId10" Type="http://schemas.openxmlformats.org/officeDocument/2006/relationships/image" Target="../media/image20.png"/><Relationship Id="rId4" Type="http://schemas.openxmlformats.org/officeDocument/2006/relationships/image" Target="../media/image14.jpe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jpg"/><Relationship Id="rId10" Type="http://schemas.openxmlformats.org/officeDocument/2006/relationships/image" Target="../media/image20.png"/><Relationship Id="rId4" Type="http://schemas.openxmlformats.org/officeDocument/2006/relationships/image" Target="../media/image14.jpe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aulvinuesaarjona/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1430135" y="-1333455"/>
            <a:ext cx="8572365" cy="857236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05" y="1047705"/>
            <a:ext cx="1428750" cy="1428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3034" y="7524571"/>
            <a:ext cx="2190705" cy="154871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47705" y="4029614"/>
            <a:ext cx="17811848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kern="0" spc="495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2º POWER PLATFORM WEEKEND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1047705" y="4732937"/>
            <a:ext cx="17811848" cy="154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3106"/>
              </a:lnSpc>
              <a:buNone/>
            </a:pPr>
            <a:r>
              <a:rPr lang="en-US" sz="12900" b="1" kern="0" spc="-387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Castilla-La Mancha</a:t>
            </a:r>
            <a:endParaRPr lang="en-US" sz="12900" dirty="0"/>
          </a:p>
        </p:txBody>
      </p:sp>
      <p:sp>
        <p:nvSpPr>
          <p:cNvPr id="7" name="Text 2"/>
          <p:cNvSpPr/>
          <p:nvPr/>
        </p:nvSpPr>
        <p:spPr>
          <a:xfrm>
            <a:off x="1047705" y="6563894"/>
            <a:ext cx="3873018" cy="57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Madridejos, Toledo</a:t>
            </a:r>
            <a:endParaRPr lang="en-US" sz="3300" dirty="0"/>
          </a:p>
        </p:txBody>
      </p:sp>
      <p:sp>
        <p:nvSpPr>
          <p:cNvPr id="8" name="Text 3"/>
          <p:cNvSpPr/>
          <p:nvPr/>
        </p:nvSpPr>
        <p:spPr>
          <a:xfrm>
            <a:off x="5140130" y="6563894"/>
            <a:ext cx="6293617" cy="57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 y 26 de septiembre de 2026</a:t>
            </a:r>
            <a:endParaRPr lang="en-US" sz="3300" dirty="0"/>
          </a:p>
        </p:txBody>
      </p:sp>
      <p:sp>
        <p:nvSpPr>
          <p:cNvPr id="9" name="Text 4"/>
          <p:cNvSpPr/>
          <p:nvPr/>
        </p:nvSpPr>
        <p:spPr>
          <a:xfrm>
            <a:off x="1047705" y="8531929"/>
            <a:ext cx="7537433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Organiza: Albacete Power BI &amp; Fabric User Group</a:t>
            </a:r>
          </a:p>
        </p:txBody>
      </p:sp>
      <p:sp>
        <p:nvSpPr>
          <p:cNvPr id="10" name="Text 5"/>
          <p:cNvSpPr/>
          <p:nvPr/>
        </p:nvSpPr>
        <p:spPr>
          <a:xfrm>
            <a:off x="8365601" y="8531929"/>
            <a:ext cx="9140935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11E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04101C-87CD-6E4D-2C0D-247EA19AD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0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F34691F-82BC-88F3-6CD5-011BCE01F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2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4B40-99DF-36F1-8120-4BEEB275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B8C1B4-8E5C-FEF8-0F64-2784681A8F46}"/>
              </a:ext>
            </a:extLst>
          </p:cNvPr>
          <p:cNvSpPr/>
          <p:nvPr/>
        </p:nvSpPr>
        <p:spPr>
          <a:xfrm>
            <a:off x="1047705" y="95241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PATROCINADORES</a:t>
            </a:r>
            <a:endParaRPr lang="en-US" sz="2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1685F6-BBBD-B4C9-1F51-2A9874F3CD3F}"/>
              </a:ext>
            </a:extLst>
          </p:cNvPr>
          <p:cNvSpPr/>
          <p:nvPr/>
        </p:nvSpPr>
        <p:spPr>
          <a:xfrm>
            <a:off x="1047705" y="1496548"/>
            <a:ext cx="1781184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Quien hace posible el fin de semana</a:t>
            </a:r>
            <a:endParaRPr lang="en-US" sz="57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A032A20-9CAA-FF3A-1758-5C9EB430D48E}"/>
              </a:ext>
            </a:extLst>
          </p:cNvPr>
          <p:cNvSpPr/>
          <p:nvPr/>
        </p:nvSpPr>
        <p:spPr>
          <a:xfrm>
            <a:off x="1047705" y="8817679"/>
            <a:ext cx="9229787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30B0D193-A170-4B1F-E427-4E3DADE64597}"/>
              </a:ext>
            </a:extLst>
          </p:cNvPr>
          <p:cNvSpPr/>
          <p:nvPr/>
        </p:nvSpPr>
        <p:spPr>
          <a:xfrm>
            <a:off x="14111020" y="8375702"/>
            <a:ext cx="3657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¡Gracias!</a:t>
            </a:r>
            <a:endParaRPr lang="en-US" sz="5700" dirty="0">
              <a:solidFill>
                <a:srgbClr val="6B3FA8"/>
              </a:solidFill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18FC6318-66CB-C678-F7BF-5EC5ECE22262}"/>
              </a:ext>
            </a:extLst>
          </p:cNvPr>
          <p:cNvSpPr/>
          <p:nvPr/>
        </p:nvSpPr>
        <p:spPr>
          <a:xfrm>
            <a:off x="2559992" y="3396454"/>
            <a:ext cx="2820566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30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 Sponsor</a:t>
            </a:r>
            <a:endParaRPr lang="en-US" sz="30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5F77BDF6-DB8D-608C-CC9E-6363EA8B079E}"/>
              </a:ext>
            </a:extLst>
          </p:cNvPr>
          <p:cNvSpPr/>
          <p:nvPr/>
        </p:nvSpPr>
        <p:spPr>
          <a:xfrm>
            <a:off x="9973878" y="3396454"/>
            <a:ext cx="2676229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3000" b="1" kern="0" spc="-114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Bronze Sponsor</a:t>
            </a:r>
            <a:endParaRPr lang="en-US" sz="300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5B5A42DC-2551-6953-5B80-FFB3B7FED4A3}"/>
              </a:ext>
            </a:extLst>
          </p:cNvPr>
          <p:cNvSpPr/>
          <p:nvPr/>
        </p:nvSpPr>
        <p:spPr>
          <a:xfrm>
            <a:off x="13555426" y="3396454"/>
            <a:ext cx="3657599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3000" b="1" kern="0" spc="-114">
                <a:solidFill>
                  <a:srgbClr val="211E2B"/>
                </a:solidFill>
                <a:latin typeface="Outfit" pitchFamily="34" charset="0"/>
                <a:ea typeface="Outfit" pitchFamily="34" charset="-122"/>
              </a:rPr>
              <a:t>Colaboradores</a:t>
            </a:r>
            <a:endParaRPr lang="en-US" sz="3000" b="1" kern="0" spc="-114" dirty="0">
              <a:solidFill>
                <a:srgbClr val="211E2B"/>
              </a:solidFill>
              <a:latin typeface="Outfit" pitchFamily="34" charset="0"/>
              <a:ea typeface="Outfit" pitchFamily="34" charset="-122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57DCB2BD-3165-46D5-3D63-A3DDECF86A4E}"/>
              </a:ext>
            </a:extLst>
          </p:cNvPr>
          <p:cNvGrpSpPr/>
          <p:nvPr/>
        </p:nvGrpSpPr>
        <p:grpSpPr>
          <a:xfrm>
            <a:off x="-5516" y="4430598"/>
            <a:ext cx="18293515" cy="3295997"/>
            <a:chOff x="-5515" y="6316727"/>
            <a:chExt cx="7562850" cy="140986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60202AA-D938-5157-BE47-4E8DE808D61A}"/>
                </a:ext>
              </a:extLst>
            </p:cNvPr>
            <p:cNvSpPr/>
            <p:nvPr/>
          </p:nvSpPr>
          <p:spPr>
            <a:xfrm>
              <a:off x="-5515" y="6316727"/>
              <a:ext cx="7562850" cy="1409868"/>
            </a:xfrm>
            <a:prstGeom prst="rect">
              <a:avLst/>
            </a:prstGeom>
            <a:gradFill>
              <a:gsLst>
                <a:gs pos="24000">
                  <a:schemeClr val="accent4">
                    <a:lumMod val="40000"/>
                    <a:lumOff val="60000"/>
                  </a:schemeClr>
                </a:gs>
                <a:gs pos="54000">
                  <a:schemeClr val="bg2"/>
                </a:gs>
                <a:gs pos="37000">
                  <a:schemeClr val="bg2"/>
                </a:gs>
                <a:gs pos="67000">
                  <a:schemeClr val="bg1"/>
                </a:gs>
                <a:gs pos="64000">
                  <a:schemeClr val="accent4">
                    <a:lumMod val="75000"/>
                  </a:schemeClr>
                </a:gs>
                <a:gs pos="61000">
                  <a:schemeClr val="accent4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8AFD3ABC-E13A-327D-B941-D3BB1DE45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7351" y="6807130"/>
              <a:ext cx="499871" cy="499871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D6BC5616-7AF4-C11F-4820-EB5E1BCCD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0716"/>
            <a:stretch>
              <a:fillRect/>
            </a:stretch>
          </p:blipFill>
          <p:spPr>
            <a:xfrm>
              <a:off x="6709949" y="6452546"/>
              <a:ext cx="374161" cy="424898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DC346AE-98FC-0E57-9A1D-C4E21A90E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5904009" y="6517703"/>
              <a:ext cx="560730" cy="278073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00F873C1-4C56-806C-9600-6395F4EF2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816884" y="6889877"/>
              <a:ext cx="1175350" cy="297221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D4403F7-81E3-CDD2-F85A-E52E8B06D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145399" y="6406101"/>
              <a:ext cx="619255" cy="483776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03BCF694-11F8-0E9D-A289-413D4425B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99859" y="6985686"/>
              <a:ext cx="578251" cy="569299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1E41185-202D-65B7-B3BE-AD207EE5B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4980" y="6316727"/>
              <a:ext cx="1377988" cy="1377988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8F62004-CC42-2A3C-6EF1-6C652AD5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82541" y="6618304"/>
              <a:ext cx="798870" cy="852638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8053DE2-E241-51F4-1FD1-AC7478A62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191"/>
            <a:stretch>
              <a:fillRect/>
            </a:stretch>
          </p:blipFill>
          <p:spPr>
            <a:xfrm>
              <a:off x="6604094" y="6787097"/>
              <a:ext cx="597714" cy="284730"/>
            </a:xfrm>
            <a:prstGeom prst="rect">
              <a:avLst/>
            </a:prstGeom>
          </p:spPr>
        </p:pic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ECEC60D6-C39D-6F7D-4721-A2AF14328C62}"/>
                </a:ext>
              </a:extLst>
            </p:cNvPr>
            <p:cNvGrpSpPr/>
            <p:nvPr/>
          </p:nvGrpSpPr>
          <p:grpSpPr>
            <a:xfrm>
              <a:off x="6645093" y="7161169"/>
              <a:ext cx="515670" cy="302799"/>
              <a:chOff x="7619504" y="4140929"/>
              <a:chExt cx="515670" cy="302799"/>
            </a:xfrm>
          </p:grpSpPr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0984EE5-44B2-6EDC-B4A4-7B1307D15C5D}"/>
                  </a:ext>
                </a:extLst>
              </p:cNvPr>
              <p:cNvSpPr txBox="1"/>
              <p:nvPr/>
            </p:nvSpPr>
            <p:spPr>
              <a:xfrm>
                <a:off x="7636769" y="4140929"/>
                <a:ext cx="490537" cy="302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90"/>
                  <a:buFont typeface="Arial"/>
                  <a:buNone/>
                  <a:tabLst/>
                  <a:defRPr/>
                </a:pPr>
                <a:r>
                  <a:rPr kumimoji="0" lang="es-ES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m</a:t>
                </a:r>
                <a:r>
                  <a:rPr kumimoji="0" lang="es-ES" sz="4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EC000"/>
                    </a:solidFill>
                    <a:effectLst/>
                    <a:uLnTx/>
                    <a:uFillTx/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BI</a:t>
                </a:r>
                <a:endParaRPr kumimoji="0" lang="es-E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AEC000"/>
                  </a:solidFill>
                  <a:effectLst/>
                  <a:uLnTx/>
                  <a:uFillTx/>
                  <a:latin typeface="Montserrat Black"/>
                  <a:ea typeface="Montserrat Black"/>
                  <a:cs typeface="Montserrat Black"/>
                  <a:sym typeface="Montserrat Black"/>
                </a:endParaRPr>
              </a:p>
            </p:txBody>
          </p:sp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E91A1E64-85D6-A182-8EBC-CA751961677B}"/>
                  </a:ext>
                </a:extLst>
              </p:cNvPr>
              <p:cNvGrpSpPr/>
              <p:nvPr/>
            </p:nvGrpSpPr>
            <p:grpSpPr>
              <a:xfrm>
                <a:off x="7619504" y="4163228"/>
                <a:ext cx="515670" cy="258304"/>
                <a:chOff x="7169050" y="4119070"/>
                <a:chExt cx="1009127" cy="505484"/>
              </a:xfrm>
            </p:grpSpPr>
            <p:sp>
              <p:nvSpPr>
                <p:cNvPr id="18" name="Forma en L 17">
                  <a:extLst>
                    <a:ext uri="{FF2B5EF4-FFF2-40B4-BE49-F238E27FC236}">
                      <a16:creationId xmlns:a16="http://schemas.microsoft.com/office/drawing/2014/main" id="{D96CEED5-1965-BFE7-997D-9A7F18502EF2}"/>
                    </a:ext>
                  </a:extLst>
                </p:cNvPr>
                <p:cNvSpPr/>
                <p:nvPr/>
              </p:nvSpPr>
              <p:spPr>
                <a:xfrm>
                  <a:off x="7169050" y="4440658"/>
                  <a:ext cx="194113" cy="183896"/>
                </a:xfrm>
                <a:prstGeom prst="corner">
                  <a:avLst>
                    <a:gd name="adj1" fmla="val 30158"/>
                    <a:gd name="adj2" fmla="val 31746"/>
                  </a:avLst>
                </a:prstGeom>
                <a:solidFill>
                  <a:srgbClr val="AEC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FCA"/>
                    </a:solidFill>
                    <a:effectLst/>
                    <a:uLnTx/>
                    <a:uFillTx/>
                    <a:latin typeface="Montserrat Medium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9" name="Forma en L 18">
                  <a:extLst>
                    <a:ext uri="{FF2B5EF4-FFF2-40B4-BE49-F238E27FC236}">
                      <a16:creationId xmlns:a16="http://schemas.microsoft.com/office/drawing/2014/main" id="{16DE3A10-200A-C569-8FDF-D1E577953381}"/>
                    </a:ext>
                  </a:extLst>
                </p:cNvPr>
                <p:cNvSpPr/>
                <p:nvPr/>
              </p:nvSpPr>
              <p:spPr>
                <a:xfrm flipH="1" flipV="1">
                  <a:off x="7984064" y="4119070"/>
                  <a:ext cx="194113" cy="183896"/>
                </a:xfrm>
                <a:prstGeom prst="corner">
                  <a:avLst>
                    <a:gd name="adj1" fmla="val 30158"/>
                    <a:gd name="adj2" fmla="val 31746"/>
                  </a:avLst>
                </a:prstGeom>
                <a:solidFill>
                  <a:srgbClr val="AEC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FCA"/>
                    </a:solidFill>
                    <a:effectLst/>
                    <a:uLnTx/>
                    <a:uFillTx/>
                    <a:latin typeface="Montserrat Medium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E762B499-7531-EEFF-6358-DF5AC0F42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6527" t="3249" r="5278" b="12881"/>
            <a:stretch>
              <a:fillRect/>
            </a:stretch>
          </p:blipFill>
          <p:spPr>
            <a:xfrm>
              <a:off x="5145399" y="6924070"/>
              <a:ext cx="644374" cy="612767"/>
            </a:xfrm>
            <a:prstGeom prst="rect">
              <a:avLst/>
            </a:prstGeom>
          </p:spPr>
        </p:pic>
      </p:grpSp>
      <p:sp>
        <p:nvSpPr>
          <p:cNvPr id="24" name="Text 1">
            <a:extLst>
              <a:ext uri="{FF2B5EF4-FFF2-40B4-BE49-F238E27FC236}">
                <a16:creationId xmlns:a16="http://schemas.microsoft.com/office/drawing/2014/main" id="{ACD1753C-2276-89FA-B470-2A46A9C6EF4C}"/>
              </a:ext>
            </a:extLst>
          </p:cNvPr>
          <p:cNvSpPr/>
          <p:nvPr/>
        </p:nvSpPr>
        <p:spPr>
          <a:xfrm>
            <a:off x="6923923" y="3396454"/>
            <a:ext cx="2820566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30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Silver Sponsor</a:t>
            </a:r>
            <a:endParaRPr lang="en-US" sz="30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8959639D-5E5A-393C-24FF-FCB7D4EEF9A3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85000"/>
          </a:blip>
          <a:stretch>
            <a:fillRect/>
          </a:stretch>
        </p:blipFill>
        <p:spPr>
          <a:xfrm>
            <a:off x="15282333" y="773849"/>
            <a:ext cx="2415163" cy="24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3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761E4-3D24-4461-718E-D63E44114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4F5D28-CA67-C77A-D2CF-365C678D24AC}"/>
              </a:ext>
            </a:extLst>
          </p:cNvPr>
          <p:cNvSpPr/>
          <p:nvPr/>
        </p:nvSpPr>
        <p:spPr>
          <a:xfrm>
            <a:off x="1047705" y="95241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PATROCINADORES</a:t>
            </a:r>
            <a:endParaRPr lang="en-US" sz="2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1A6E73-8F49-BA54-72CD-C470DDEC281F}"/>
              </a:ext>
            </a:extLst>
          </p:cNvPr>
          <p:cNvSpPr/>
          <p:nvPr/>
        </p:nvSpPr>
        <p:spPr>
          <a:xfrm>
            <a:off x="1047705" y="1496548"/>
            <a:ext cx="1781184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Quien hace posible el fin de semana</a:t>
            </a:r>
            <a:endParaRPr lang="en-US" sz="57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78A783D2-961E-F8AC-E6E8-6108F06B79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282333" y="773849"/>
            <a:ext cx="2415163" cy="2415163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7E1FB33C-FFD1-A144-DAA3-81B6087F8B51}"/>
              </a:ext>
            </a:extLst>
          </p:cNvPr>
          <p:cNvSpPr/>
          <p:nvPr/>
        </p:nvSpPr>
        <p:spPr>
          <a:xfrm>
            <a:off x="13236393" y="8560651"/>
            <a:ext cx="3657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¡Gracias!</a:t>
            </a:r>
            <a:endParaRPr lang="en-US" sz="5700" dirty="0">
              <a:solidFill>
                <a:srgbClr val="6B3FA8"/>
              </a:solidFill>
            </a:endParaRPr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32C51AFE-7C1B-52CA-8406-33DC74C22389}"/>
              </a:ext>
            </a:extLst>
          </p:cNvPr>
          <p:cNvSpPr/>
          <p:nvPr/>
        </p:nvSpPr>
        <p:spPr>
          <a:xfrm>
            <a:off x="1483537" y="2258009"/>
            <a:ext cx="164462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Contributor </a:t>
            </a:r>
            <a:r>
              <a:rPr lang="en-US" sz="36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Sponsors</a:t>
            </a:r>
            <a:endParaRPr lang="en-US" sz="30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EEDE05-49E9-2BD9-84B2-A4D6749D4952}"/>
              </a:ext>
            </a:extLst>
          </p:cNvPr>
          <p:cNvSpPr/>
          <p:nvPr/>
        </p:nvSpPr>
        <p:spPr>
          <a:xfrm>
            <a:off x="0" y="5297924"/>
            <a:ext cx="18293515" cy="745466"/>
          </a:xfrm>
          <a:prstGeom prst="rect">
            <a:avLst/>
          </a:prstGeom>
          <a:gradFill>
            <a:gsLst>
              <a:gs pos="48000">
                <a:schemeClr val="accent4">
                  <a:lumMod val="40000"/>
                  <a:lumOff val="60000"/>
                </a:schemeClr>
              </a:gs>
              <a:gs pos="100000">
                <a:srgbClr val="C39DD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9F1C94C-BB18-9649-0894-C6A2DD136B36}"/>
              </a:ext>
            </a:extLst>
          </p:cNvPr>
          <p:cNvSpPr txBox="1"/>
          <p:nvPr/>
        </p:nvSpPr>
        <p:spPr>
          <a:xfrm>
            <a:off x="676853" y="6820156"/>
            <a:ext cx="1755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Roberto Carrancio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553B7D-CEC9-9B52-2875-20E6427BDFA7}"/>
              </a:ext>
            </a:extLst>
          </p:cNvPr>
          <p:cNvSpPr txBox="1"/>
          <p:nvPr/>
        </p:nvSpPr>
        <p:spPr>
          <a:xfrm>
            <a:off x="2927678" y="6813936"/>
            <a:ext cx="154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Javier</a:t>
            </a:r>
          </a:p>
          <a:p>
            <a:pPr algn="ctr"/>
            <a:r>
              <a:rPr lang="es-ES" b="1"/>
              <a:t>Sánchez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F8B465-E5DD-9874-E149-FEB05D1BED7B}"/>
              </a:ext>
            </a:extLst>
          </p:cNvPr>
          <p:cNvSpPr txBox="1"/>
          <p:nvPr/>
        </p:nvSpPr>
        <p:spPr>
          <a:xfrm>
            <a:off x="4538755" y="6813935"/>
            <a:ext cx="2320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Clara Vega</a:t>
            </a:r>
            <a:br>
              <a:rPr lang="es-ES" b="1"/>
            </a:br>
            <a:r>
              <a:rPr lang="es-ES" b="1"/>
              <a:t>J.M. Pomares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63C647A-80CF-6816-5D81-894C1AA75C3D}"/>
              </a:ext>
            </a:extLst>
          </p:cNvPr>
          <p:cNvSpPr txBox="1"/>
          <p:nvPr/>
        </p:nvSpPr>
        <p:spPr>
          <a:xfrm>
            <a:off x="6900175" y="6820156"/>
            <a:ext cx="180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J.M. Pomares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12684D-1C0F-1A12-DCBC-B247CF8625CB}"/>
              </a:ext>
            </a:extLst>
          </p:cNvPr>
          <p:cNvSpPr txBox="1"/>
          <p:nvPr/>
        </p:nvSpPr>
        <p:spPr>
          <a:xfrm>
            <a:off x="9041115" y="6813936"/>
            <a:ext cx="1875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Diana Aguilera</a:t>
            </a:r>
          </a:p>
          <a:p>
            <a:pPr algn="ctr"/>
            <a:r>
              <a:rPr lang="es-ES" b="1"/>
              <a:t>Nelson López</a:t>
            </a:r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06993253-8C77-9254-241B-016A92EA8483}"/>
              </a:ext>
            </a:extLst>
          </p:cNvPr>
          <p:cNvSpPr/>
          <p:nvPr/>
        </p:nvSpPr>
        <p:spPr>
          <a:xfrm>
            <a:off x="1047705" y="8817679"/>
            <a:ext cx="9229787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BBC40E6-F555-7F3D-16A5-60B9214476FD}"/>
              </a:ext>
            </a:extLst>
          </p:cNvPr>
          <p:cNvGrpSpPr/>
          <p:nvPr/>
        </p:nvGrpSpPr>
        <p:grpSpPr>
          <a:xfrm>
            <a:off x="649421" y="4118482"/>
            <a:ext cx="16845204" cy="2572543"/>
            <a:chOff x="576269" y="4283206"/>
            <a:chExt cx="15766579" cy="2407819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8A9D8A6D-5658-57CF-466B-6B6899DEC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375" y="4505454"/>
              <a:ext cx="1617243" cy="2185571"/>
            </a:xfrm>
            <a:prstGeom prst="rect">
              <a:avLst/>
            </a:prstGeom>
          </p:spPr>
        </p:pic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6C2E476E-9531-3A22-5B89-C275B4779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44214" y="4283206"/>
              <a:ext cx="1541002" cy="2407819"/>
            </a:xfrm>
            <a:prstGeom prst="rect">
              <a:avLst/>
            </a:prstGeom>
          </p:spPr>
        </p:pic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D05A5956-CB6A-59E0-3127-138052A99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269" y="4489540"/>
              <a:ext cx="1755786" cy="2201485"/>
            </a:xfrm>
            <a:prstGeom prst="rect">
              <a:avLst/>
            </a:prstGeom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FB8A41E0-FF7E-2D81-3E1B-12847179A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0630" y="4453259"/>
              <a:ext cx="1755786" cy="2237766"/>
            </a:xfrm>
            <a:prstGeom prst="rect">
              <a:avLst/>
            </a:prstGeom>
          </p:spPr>
        </p:pic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A6EAF64A-09A8-63FD-1AE0-744309577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6777" y="4481949"/>
              <a:ext cx="1691695" cy="2209076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D398792-3697-2984-5DE6-D5336AC2A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553816" y="4453261"/>
              <a:ext cx="1789032" cy="2208406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AAC16104-B0E7-6D23-8B67-4BC79E463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577336" y="4481949"/>
              <a:ext cx="1683857" cy="2179717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3043F5BF-C040-D1D7-35A5-965E474FB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79038" y="4453260"/>
              <a:ext cx="1805676" cy="2237765"/>
            </a:xfrm>
            <a:prstGeom prst="rect">
              <a:avLst/>
            </a:prstGeom>
          </p:spPr>
        </p:pic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447853E-A39F-C5CA-B07A-D4E1E6C25AE6}"/>
              </a:ext>
            </a:extLst>
          </p:cNvPr>
          <p:cNvSpPr txBox="1"/>
          <p:nvPr/>
        </p:nvSpPr>
        <p:spPr>
          <a:xfrm>
            <a:off x="11250529" y="6820156"/>
            <a:ext cx="1908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Ana. M. Bisbé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0E8FDE2-4A64-1804-C365-E50ED45DBF31}"/>
              </a:ext>
            </a:extLst>
          </p:cNvPr>
          <p:cNvSpPr txBox="1"/>
          <p:nvPr/>
        </p:nvSpPr>
        <p:spPr>
          <a:xfrm>
            <a:off x="13492376" y="6820156"/>
            <a:ext cx="17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Ana. M. Bisbé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71385B7-49A2-CB46-B130-9EE5B13BCCBD}"/>
              </a:ext>
            </a:extLst>
          </p:cNvPr>
          <p:cNvSpPr txBox="1"/>
          <p:nvPr/>
        </p:nvSpPr>
        <p:spPr>
          <a:xfrm>
            <a:off x="15643786" y="6813935"/>
            <a:ext cx="180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Ana. M. Bisbé</a:t>
            </a:r>
          </a:p>
        </p:txBody>
      </p:sp>
    </p:spTree>
    <p:extLst>
      <p:ext uri="{BB962C8B-B14F-4D97-AF65-F5344CB8AC3E}">
        <p14:creationId xmlns:p14="http://schemas.microsoft.com/office/powerpoint/2010/main" val="293821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B9FD9-431D-867E-40FF-2F9276B5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CA72DE-53D2-9001-DBAF-18D33D25F255}"/>
              </a:ext>
            </a:extLst>
          </p:cNvPr>
          <p:cNvSpPr/>
          <p:nvPr/>
        </p:nvSpPr>
        <p:spPr>
          <a:xfrm>
            <a:off x="719902" y="268587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21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C28D88E0-FD03-F4E9-8F67-67AF9B6A8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27" y="660369"/>
            <a:ext cx="16847271" cy="9476591"/>
          </a:xfrm>
          <a:prstGeom prst="rect">
            <a:avLst/>
          </a:prstGeom>
        </p:spPr>
      </p:pic>
      <p:sp>
        <p:nvSpPr>
          <p:cNvPr id="24" name="Text 17">
            <a:extLst>
              <a:ext uri="{FF2B5EF4-FFF2-40B4-BE49-F238E27FC236}">
                <a16:creationId xmlns:a16="http://schemas.microsoft.com/office/drawing/2014/main" id="{F0E25F33-3C67-A18B-D3A4-7C20DD858CFB}"/>
              </a:ext>
            </a:extLst>
          </p:cNvPr>
          <p:cNvSpPr/>
          <p:nvPr/>
        </p:nvSpPr>
        <p:spPr>
          <a:xfrm>
            <a:off x="10597955" y="9584553"/>
            <a:ext cx="6970143" cy="867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9E12931F-AE44-0223-92D9-32FD704C0CE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6069545" y="-313080"/>
            <a:ext cx="2415163" cy="24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18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3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911046"/>
            <a:ext cx="17143313" cy="123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75251"/>
              </a:lnSpc>
              <a:buNone/>
            </a:pPr>
            <a:r>
              <a:rPr lang="en-US" sz="13000" b="1" kern="0" spc="-297" dirty="0">
                <a:solidFill>
                  <a:srgbClr val="F5F3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¡Al </a:t>
            </a:r>
            <a:r>
              <a:rPr lang="en-US" sz="13000" b="1" kern="0" spc="-297" dirty="0" err="1">
                <a:solidFill>
                  <a:srgbClr val="F5F3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lío</a:t>
            </a:r>
            <a:r>
              <a:rPr lang="en-US" sz="13000" b="1" kern="0" spc="-297" dirty="0">
                <a:solidFill>
                  <a:srgbClr val="F5F3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!</a:t>
            </a:r>
            <a:endParaRPr lang="en-US" sz="13000" dirty="0"/>
          </a:p>
        </p:txBody>
      </p:sp>
      <p:sp>
        <p:nvSpPr>
          <p:cNvPr id="6" name="Text 3"/>
          <p:cNvSpPr/>
          <p:nvPr/>
        </p:nvSpPr>
        <p:spPr>
          <a:xfrm>
            <a:off x="1047705" y="887684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C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A2E239D-6698-2C3D-115D-1DCF1A7A9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770" y="1053894"/>
            <a:ext cx="7123805" cy="533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440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3FA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C6CAF-BF4F-4DDE-F57C-CF46E848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EDB3C23-F1E7-526F-E7D9-96FC881EDE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9AD8B76-EDDC-B44A-0C4C-B9DB5CCF1D4F}"/>
              </a:ext>
            </a:extLst>
          </p:cNvPr>
          <p:cNvSpPr/>
          <p:nvPr/>
        </p:nvSpPr>
        <p:spPr>
          <a:xfrm>
            <a:off x="1047705" y="3138937"/>
            <a:ext cx="17811848" cy="44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528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SESIÓN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4D73EE-8200-5732-A411-9A90F3ECF715}"/>
              </a:ext>
            </a:extLst>
          </p:cNvPr>
          <p:cNvSpPr/>
          <p:nvPr/>
        </p:nvSpPr>
        <p:spPr>
          <a:xfrm>
            <a:off x="1047705" y="3906283"/>
            <a:ext cx="17143313" cy="123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251"/>
              </a:lnSpc>
              <a:buNone/>
            </a:pPr>
            <a:r>
              <a:rPr lang="en-US" sz="9900" b="1" kern="0" spc="-297" dirty="0">
                <a:solidFill>
                  <a:srgbClr val="F5F3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DP-700 sin morir en el intento</a:t>
            </a:r>
            <a:endParaRPr lang="en-US" sz="9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E9EFAFD-0891-DB2C-F8A6-61595475DE70}"/>
              </a:ext>
            </a:extLst>
          </p:cNvPr>
          <p:cNvSpPr/>
          <p:nvPr/>
        </p:nvSpPr>
        <p:spPr>
          <a:xfrm>
            <a:off x="1047705" y="6330183"/>
            <a:ext cx="11525200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Flashcards, chuletas y una IA para </a:t>
            </a:r>
            <a:r>
              <a:rPr lang="en-US" sz="3000" dirty="0" err="1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aprender</a:t>
            </a:r>
            <a:r>
              <a:rPr lang="en-US" sz="300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Fabric</a:t>
            </a:r>
            <a:endParaRPr lang="en-US" sz="3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793AA11-E0E1-4711-5981-51A0BF2D2FD9}"/>
              </a:ext>
            </a:extLst>
          </p:cNvPr>
          <p:cNvSpPr/>
          <p:nvPr/>
        </p:nvSpPr>
        <p:spPr>
          <a:xfrm>
            <a:off x="1047705" y="887684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C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439248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8"/>
          <p:cNvSpPr/>
          <p:nvPr/>
        </p:nvSpPr>
        <p:spPr>
          <a:xfrm>
            <a:off x="1047705" y="8967158"/>
            <a:ext cx="10031119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616ED0CC-5FBC-4F90-4BFC-97C588BEE7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71DC2F18-395C-7B2A-628A-847739512DE4}"/>
              </a:ext>
            </a:extLst>
          </p:cNvPr>
          <p:cNvSpPr/>
          <p:nvPr/>
        </p:nvSpPr>
        <p:spPr>
          <a:xfrm>
            <a:off x="2676939" y="3967273"/>
            <a:ext cx="12934122" cy="2155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2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¿</a:t>
            </a:r>
            <a:r>
              <a:rPr lang="en-US" sz="7200" b="1" kern="0" spc="-114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Certificaciones</a:t>
            </a:r>
            <a:r>
              <a:rPr lang="en-US" sz="72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7200" b="1" kern="0" spc="-114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</a:t>
            </a:r>
            <a:r>
              <a:rPr lang="en-US" sz="72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la sala?</a:t>
            </a:r>
            <a:endParaRPr lang="en-US" sz="7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67DA-BD6B-7A9F-977A-924CDB6E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D07432-AAE3-15C4-BE59-08594FA6F57B}"/>
              </a:ext>
            </a:extLst>
          </p:cNvPr>
          <p:cNvSpPr/>
          <p:nvPr/>
        </p:nvSpPr>
        <p:spPr>
          <a:xfrm>
            <a:off x="1047705" y="95241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¿CÓMO ME PREPARÉ LA CERTIFICACIÓN?</a:t>
            </a:r>
            <a:endParaRPr lang="en-US" sz="2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A87CE33-8AB7-9C07-A43C-5EF7F3D98BC9}"/>
              </a:ext>
            </a:extLst>
          </p:cNvPr>
          <p:cNvSpPr/>
          <p:nvPr/>
        </p:nvSpPr>
        <p:spPr>
          <a:xfrm>
            <a:off x="953576" y="9190412"/>
            <a:ext cx="9229787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05591188-112B-5E8F-93CF-9F3D1574DB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315A11B-ABCD-8708-26EF-4012FE992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74" y="2274939"/>
            <a:ext cx="16901651" cy="633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99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PATROCINADORES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1781184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Quien hace posible el fin de semana</a:t>
            </a:r>
            <a:endParaRPr lang="en-US" sz="5700" dirty="0"/>
          </a:p>
        </p:txBody>
      </p:sp>
      <p:sp>
        <p:nvSpPr>
          <p:cNvPr id="20" name="Text 17"/>
          <p:cNvSpPr/>
          <p:nvPr/>
        </p:nvSpPr>
        <p:spPr>
          <a:xfrm>
            <a:off x="1047705" y="8817679"/>
            <a:ext cx="9229787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6D218A4-F8C5-87B9-C7D6-6A996E16CBAB}"/>
              </a:ext>
            </a:extLst>
          </p:cNvPr>
          <p:cNvSpPr/>
          <p:nvPr/>
        </p:nvSpPr>
        <p:spPr>
          <a:xfrm>
            <a:off x="14111020" y="8375702"/>
            <a:ext cx="3657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¡Gracias!</a:t>
            </a:r>
            <a:endParaRPr lang="en-US" sz="5700" dirty="0">
              <a:solidFill>
                <a:srgbClr val="6B3FA8"/>
              </a:solidFill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F74EFA52-34BD-7DCC-E9DF-98B9BF59A2C7}"/>
              </a:ext>
            </a:extLst>
          </p:cNvPr>
          <p:cNvSpPr/>
          <p:nvPr/>
        </p:nvSpPr>
        <p:spPr>
          <a:xfrm>
            <a:off x="2559992" y="3396454"/>
            <a:ext cx="2820566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30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 Sponsor</a:t>
            </a:r>
            <a:endParaRPr lang="en-US" sz="30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55C46E22-29A9-BA26-2A48-A77D731C4D19}"/>
              </a:ext>
            </a:extLst>
          </p:cNvPr>
          <p:cNvSpPr/>
          <p:nvPr/>
        </p:nvSpPr>
        <p:spPr>
          <a:xfrm>
            <a:off x="9973878" y="3396454"/>
            <a:ext cx="2676229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3000" b="1" kern="0" spc="-114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Bronze Sponsor</a:t>
            </a:r>
            <a:endParaRPr lang="en-US" sz="300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63F59BF3-57A8-8FE3-A916-D8B5358FEE80}"/>
              </a:ext>
            </a:extLst>
          </p:cNvPr>
          <p:cNvSpPr/>
          <p:nvPr/>
        </p:nvSpPr>
        <p:spPr>
          <a:xfrm>
            <a:off x="13555426" y="3396454"/>
            <a:ext cx="3657599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3000" b="1" kern="0" spc="-114">
                <a:solidFill>
                  <a:srgbClr val="211E2B"/>
                </a:solidFill>
                <a:latin typeface="Outfit" pitchFamily="34" charset="0"/>
                <a:ea typeface="Outfit" pitchFamily="34" charset="-122"/>
              </a:rPr>
              <a:t>Colaboradores</a:t>
            </a:r>
            <a:endParaRPr lang="en-US" sz="3000" b="1" kern="0" spc="-114" dirty="0">
              <a:solidFill>
                <a:srgbClr val="211E2B"/>
              </a:solidFill>
              <a:latin typeface="Outfit" pitchFamily="34" charset="0"/>
              <a:ea typeface="Outfit" pitchFamily="34" charset="-122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8784BC99-FD87-9FF0-B130-C1B60EF0CC29}"/>
              </a:ext>
            </a:extLst>
          </p:cNvPr>
          <p:cNvGrpSpPr/>
          <p:nvPr/>
        </p:nvGrpSpPr>
        <p:grpSpPr>
          <a:xfrm>
            <a:off x="-5516" y="4430598"/>
            <a:ext cx="18293515" cy="3295997"/>
            <a:chOff x="-5515" y="6316727"/>
            <a:chExt cx="7562850" cy="140986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B176ADA1-8942-30DA-62EF-286F0BE3D092}"/>
                </a:ext>
              </a:extLst>
            </p:cNvPr>
            <p:cNvSpPr/>
            <p:nvPr/>
          </p:nvSpPr>
          <p:spPr>
            <a:xfrm>
              <a:off x="-5515" y="6316727"/>
              <a:ext cx="7562850" cy="1409868"/>
            </a:xfrm>
            <a:prstGeom prst="rect">
              <a:avLst/>
            </a:prstGeom>
            <a:gradFill>
              <a:gsLst>
                <a:gs pos="24000">
                  <a:schemeClr val="accent4">
                    <a:lumMod val="40000"/>
                    <a:lumOff val="60000"/>
                  </a:schemeClr>
                </a:gs>
                <a:gs pos="54000">
                  <a:schemeClr val="bg2"/>
                </a:gs>
                <a:gs pos="37000">
                  <a:schemeClr val="bg2"/>
                </a:gs>
                <a:gs pos="67000">
                  <a:schemeClr val="bg1"/>
                </a:gs>
                <a:gs pos="64000">
                  <a:schemeClr val="accent4">
                    <a:lumMod val="75000"/>
                  </a:schemeClr>
                </a:gs>
                <a:gs pos="61000">
                  <a:schemeClr val="accent4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EC667356-C2A7-030D-3E9C-726168D87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7351" y="6807130"/>
              <a:ext cx="499871" cy="499871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2ADBF398-2525-FA1A-B6D9-B31AE03EB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0716"/>
            <a:stretch>
              <a:fillRect/>
            </a:stretch>
          </p:blipFill>
          <p:spPr>
            <a:xfrm>
              <a:off x="6709949" y="6452546"/>
              <a:ext cx="374161" cy="424898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323EF9E-F918-B912-AC44-B6B90680C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5904009" y="6517703"/>
              <a:ext cx="560730" cy="278073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154F563F-6451-4B76-6036-B27BF7231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816884" y="6889877"/>
              <a:ext cx="1175350" cy="297221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4789421-D69A-9498-8746-D1E6C01AF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145399" y="6406101"/>
              <a:ext cx="619255" cy="483776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C6ACD419-075E-6557-CB64-F2901964A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99859" y="6985686"/>
              <a:ext cx="578251" cy="569299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FA7ABCF-FBA3-EE94-A354-3A6E9143C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4980" y="6316727"/>
              <a:ext cx="1377988" cy="1377988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AE7D5BB-3DFF-24C0-7EB8-656D1D566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82541" y="6618304"/>
              <a:ext cx="798870" cy="852638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70D0406-D3FC-0AD2-80E5-035777DA2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191"/>
            <a:stretch>
              <a:fillRect/>
            </a:stretch>
          </p:blipFill>
          <p:spPr>
            <a:xfrm>
              <a:off x="6604094" y="6787097"/>
              <a:ext cx="597714" cy="284730"/>
            </a:xfrm>
            <a:prstGeom prst="rect">
              <a:avLst/>
            </a:prstGeom>
          </p:spPr>
        </p:pic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6C080715-7F6D-9D01-A183-E1F8AA0CD8CC}"/>
                </a:ext>
              </a:extLst>
            </p:cNvPr>
            <p:cNvGrpSpPr/>
            <p:nvPr/>
          </p:nvGrpSpPr>
          <p:grpSpPr>
            <a:xfrm>
              <a:off x="6645093" y="7161169"/>
              <a:ext cx="515670" cy="302799"/>
              <a:chOff x="7619504" y="4140929"/>
              <a:chExt cx="515670" cy="302799"/>
            </a:xfrm>
          </p:grpSpPr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3C7D3A9-120F-5F64-E36F-4D36639C3502}"/>
                  </a:ext>
                </a:extLst>
              </p:cNvPr>
              <p:cNvSpPr txBox="1"/>
              <p:nvPr/>
            </p:nvSpPr>
            <p:spPr>
              <a:xfrm>
                <a:off x="7636769" y="4140929"/>
                <a:ext cx="490537" cy="302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90"/>
                  <a:buFont typeface="Arial"/>
                  <a:buNone/>
                  <a:tabLst/>
                  <a:defRPr/>
                </a:pPr>
                <a:r>
                  <a:rPr kumimoji="0" lang="es-ES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m</a:t>
                </a:r>
                <a:r>
                  <a:rPr kumimoji="0" lang="es-ES" sz="4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EC000"/>
                    </a:solidFill>
                    <a:effectLst/>
                    <a:uLnTx/>
                    <a:uFillTx/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BI</a:t>
                </a:r>
                <a:endParaRPr kumimoji="0" lang="es-E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AEC000"/>
                  </a:solidFill>
                  <a:effectLst/>
                  <a:uLnTx/>
                  <a:uFillTx/>
                  <a:latin typeface="Montserrat Black"/>
                  <a:ea typeface="Montserrat Black"/>
                  <a:cs typeface="Montserrat Black"/>
                  <a:sym typeface="Montserrat Black"/>
                </a:endParaRPr>
              </a:p>
            </p:txBody>
          </p:sp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80C9F464-CD57-5A69-21B1-D2864C563B1A}"/>
                  </a:ext>
                </a:extLst>
              </p:cNvPr>
              <p:cNvGrpSpPr/>
              <p:nvPr/>
            </p:nvGrpSpPr>
            <p:grpSpPr>
              <a:xfrm>
                <a:off x="7619504" y="4163228"/>
                <a:ext cx="515670" cy="258304"/>
                <a:chOff x="7169050" y="4119070"/>
                <a:chExt cx="1009127" cy="505484"/>
              </a:xfrm>
            </p:grpSpPr>
            <p:sp>
              <p:nvSpPr>
                <p:cNvPr id="18" name="Forma en L 17">
                  <a:extLst>
                    <a:ext uri="{FF2B5EF4-FFF2-40B4-BE49-F238E27FC236}">
                      <a16:creationId xmlns:a16="http://schemas.microsoft.com/office/drawing/2014/main" id="{B4FA25A9-D279-FAD0-25A9-14A58B5ED008}"/>
                    </a:ext>
                  </a:extLst>
                </p:cNvPr>
                <p:cNvSpPr/>
                <p:nvPr/>
              </p:nvSpPr>
              <p:spPr>
                <a:xfrm>
                  <a:off x="7169050" y="4440658"/>
                  <a:ext cx="194113" cy="183896"/>
                </a:xfrm>
                <a:prstGeom prst="corner">
                  <a:avLst>
                    <a:gd name="adj1" fmla="val 30158"/>
                    <a:gd name="adj2" fmla="val 31746"/>
                  </a:avLst>
                </a:prstGeom>
                <a:solidFill>
                  <a:srgbClr val="AEC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FCA"/>
                    </a:solidFill>
                    <a:effectLst/>
                    <a:uLnTx/>
                    <a:uFillTx/>
                    <a:latin typeface="Montserrat Medium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9" name="Forma en L 18">
                  <a:extLst>
                    <a:ext uri="{FF2B5EF4-FFF2-40B4-BE49-F238E27FC236}">
                      <a16:creationId xmlns:a16="http://schemas.microsoft.com/office/drawing/2014/main" id="{0C02AF40-30EF-5AF9-9F06-F5D0AFCF6240}"/>
                    </a:ext>
                  </a:extLst>
                </p:cNvPr>
                <p:cNvSpPr/>
                <p:nvPr/>
              </p:nvSpPr>
              <p:spPr>
                <a:xfrm flipH="1" flipV="1">
                  <a:off x="7984064" y="4119070"/>
                  <a:ext cx="194113" cy="183896"/>
                </a:xfrm>
                <a:prstGeom prst="corner">
                  <a:avLst>
                    <a:gd name="adj1" fmla="val 30158"/>
                    <a:gd name="adj2" fmla="val 31746"/>
                  </a:avLst>
                </a:prstGeom>
                <a:solidFill>
                  <a:srgbClr val="AEC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FCA"/>
                    </a:solidFill>
                    <a:effectLst/>
                    <a:uLnTx/>
                    <a:uFillTx/>
                    <a:latin typeface="Montserrat Medium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F9D16A61-52A5-31E9-D569-1DFD4F603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6527" t="3249" r="5278" b="12881"/>
            <a:stretch>
              <a:fillRect/>
            </a:stretch>
          </p:blipFill>
          <p:spPr>
            <a:xfrm>
              <a:off x="5145399" y="6924070"/>
              <a:ext cx="644374" cy="612767"/>
            </a:xfrm>
            <a:prstGeom prst="rect">
              <a:avLst/>
            </a:prstGeom>
          </p:spPr>
        </p:pic>
      </p:grpSp>
      <p:sp>
        <p:nvSpPr>
          <p:cNvPr id="24" name="Text 1">
            <a:extLst>
              <a:ext uri="{FF2B5EF4-FFF2-40B4-BE49-F238E27FC236}">
                <a16:creationId xmlns:a16="http://schemas.microsoft.com/office/drawing/2014/main" id="{589294FC-7BD1-36C7-B5C6-33AF09C46B8F}"/>
              </a:ext>
            </a:extLst>
          </p:cNvPr>
          <p:cNvSpPr/>
          <p:nvPr/>
        </p:nvSpPr>
        <p:spPr>
          <a:xfrm>
            <a:off x="6923923" y="3396454"/>
            <a:ext cx="2820566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30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Silver Sponsor</a:t>
            </a:r>
            <a:endParaRPr lang="en-US" sz="30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8FCD2A50-54BF-8454-8F8B-7F63245B47CF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85000"/>
          </a:blip>
          <a:stretch>
            <a:fillRect/>
          </a:stretch>
        </p:blipFill>
        <p:spPr>
          <a:xfrm>
            <a:off x="15282333" y="773849"/>
            <a:ext cx="2415163" cy="24151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43BD-0B19-0B17-A78B-D173261E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5048EB-A1A8-5469-4905-6D1ED8E944B3}"/>
              </a:ext>
            </a:extLst>
          </p:cNvPr>
          <p:cNvSpPr/>
          <p:nvPr/>
        </p:nvSpPr>
        <p:spPr>
          <a:xfrm>
            <a:off x="1047705" y="95241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PATROCINADORES</a:t>
            </a:r>
            <a:endParaRPr lang="en-US" sz="2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CEF45A-7A7E-371A-40C7-B7882FDE2491}"/>
              </a:ext>
            </a:extLst>
          </p:cNvPr>
          <p:cNvSpPr/>
          <p:nvPr/>
        </p:nvSpPr>
        <p:spPr>
          <a:xfrm>
            <a:off x="1047705" y="1496548"/>
            <a:ext cx="1781184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Quien hace posible el fin de semana</a:t>
            </a:r>
            <a:endParaRPr lang="en-US" sz="57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BF93224A-B81F-BDD6-545D-67BCF20498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282333" y="773849"/>
            <a:ext cx="2415163" cy="2415163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6BF170DF-FACC-6267-05D1-565BBC74A022}"/>
              </a:ext>
            </a:extLst>
          </p:cNvPr>
          <p:cNvSpPr/>
          <p:nvPr/>
        </p:nvSpPr>
        <p:spPr>
          <a:xfrm>
            <a:off x="13236393" y="8560651"/>
            <a:ext cx="3657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¡Gracias!</a:t>
            </a:r>
            <a:endParaRPr lang="en-US" sz="5700" dirty="0">
              <a:solidFill>
                <a:srgbClr val="6B3FA8"/>
              </a:solidFill>
            </a:endParaRPr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25B93B4A-3E63-EC0C-FE75-1E9DB8B5D02B}"/>
              </a:ext>
            </a:extLst>
          </p:cNvPr>
          <p:cNvSpPr/>
          <p:nvPr/>
        </p:nvSpPr>
        <p:spPr>
          <a:xfrm>
            <a:off x="1483537" y="2258009"/>
            <a:ext cx="164462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Contributor </a:t>
            </a:r>
            <a:r>
              <a:rPr lang="en-US" sz="36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Sponsors</a:t>
            </a:r>
            <a:endParaRPr lang="en-US" sz="30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27257F-FDFA-D471-A96C-507FBA6AEB51}"/>
              </a:ext>
            </a:extLst>
          </p:cNvPr>
          <p:cNvSpPr/>
          <p:nvPr/>
        </p:nvSpPr>
        <p:spPr>
          <a:xfrm>
            <a:off x="0" y="5297924"/>
            <a:ext cx="18293515" cy="745466"/>
          </a:xfrm>
          <a:prstGeom prst="rect">
            <a:avLst/>
          </a:prstGeom>
          <a:gradFill>
            <a:gsLst>
              <a:gs pos="48000">
                <a:schemeClr val="accent4">
                  <a:lumMod val="40000"/>
                  <a:lumOff val="60000"/>
                </a:schemeClr>
              </a:gs>
              <a:gs pos="100000">
                <a:srgbClr val="C39DD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67BEDB-DC6C-8911-5BD1-6C121B60F051}"/>
              </a:ext>
            </a:extLst>
          </p:cNvPr>
          <p:cNvSpPr txBox="1"/>
          <p:nvPr/>
        </p:nvSpPr>
        <p:spPr>
          <a:xfrm>
            <a:off x="676853" y="6820156"/>
            <a:ext cx="1755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Roberto Carrancio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57AB81-ADC9-A181-6310-19EFF6C77E17}"/>
              </a:ext>
            </a:extLst>
          </p:cNvPr>
          <p:cNvSpPr txBox="1"/>
          <p:nvPr/>
        </p:nvSpPr>
        <p:spPr>
          <a:xfrm>
            <a:off x="2927678" y="6813936"/>
            <a:ext cx="154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Javier</a:t>
            </a:r>
          </a:p>
          <a:p>
            <a:pPr algn="ctr"/>
            <a:r>
              <a:rPr lang="es-ES" b="1"/>
              <a:t>Sánchez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7A4D9D5-3F9A-C395-3913-B959D7BC8610}"/>
              </a:ext>
            </a:extLst>
          </p:cNvPr>
          <p:cNvSpPr txBox="1"/>
          <p:nvPr/>
        </p:nvSpPr>
        <p:spPr>
          <a:xfrm>
            <a:off x="4538755" y="6813935"/>
            <a:ext cx="2320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Clara Vega</a:t>
            </a:r>
            <a:br>
              <a:rPr lang="es-ES" b="1"/>
            </a:br>
            <a:r>
              <a:rPr lang="es-ES" b="1"/>
              <a:t>J.M. Pomares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18128E6-5C2E-FB26-526A-5EC5DA06F4FE}"/>
              </a:ext>
            </a:extLst>
          </p:cNvPr>
          <p:cNvSpPr txBox="1"/>
          <p:nvPr/>
        </p:nvSpPr>
        <p:spPr>
          <a:xfrm>
            <a:off x="6900175" y="6820156"/>
            <a:ext cx="180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J.M. Pomares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074738-2FCE-6438-A2C2-31990B0C181E}"/>
              </a:ext>
            </a:extLst>
          </p:cNvPr>
          <p:cNvSpPr txBox="1"/>
          <p:nvPr/>
        </p:nvSpPr>
        <p:spPr>
          <a:xfrm>
            <a:off x="9041115" y="6813936"/>
            <a:ext cx="1875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Diana Aguilera</a:t>
            </a:r>
          </a:p>
          <a:p>
            <a:pPr algn="ctr"/>
            <a:r>
              <a:rPr lang="es-ES" b="1"/>
              <a:t>Nelson López</a:t>
            </a:r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E505B599-842D-EA70-5F5A-D8F1987E437E}"/>
              </a:ext>
            </a:extLst>
          </p:cNvPr>
          <p:cNvSpPr/>
          <p:nvPr/>
        </p:nvSpPr>
        <p:spPr>
          <a:xfrm>
            <a:off x="1047705" y="8817679"/>
            <a:ext cx="9229787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D028884F-87BF-6DD1-92C6-DE7C06F147AE}"/>
              </a:ext>
            </a:extLst>
          </p:cNvPr>
          <p:cNvGrpSpPr/>
          <p:nvPr/>
        </p:nvGrpSpPr>
        <p:grpSpPr>
          <a:xfrm>
            <a:off x="649421" y="4118482"/>
            <a:ext cx="16845204" cy="2572543"/>
            <a:chOff x="576269" y="4283206"/>
            <a:chExt cx="15766579" cy="2407819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1730CE69-7DD5-D9CA-35FB-FA0818F2A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375" y="4505454"/>
              <a:ext cx="1617243" cy="2185571"/>
            </a:xfrm>
            <a:prstGeom prst="rect">
              <a:avLst/>
            </a:prstGeom>
          </p:spPr>
        </p:pic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6A594BF7-4268-5C4A-E166-10423712B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44214" y="4283206"/>
              <a:ext cx="1541002" cy="2407819"/>
            </a:xfrm>
            <a:prstGeom prst="rect">
              <a:avLst/>
            </a:prstGeom>
          </p:spPr>
        </p:pic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681652F3-0DA3-6E8D-5E92-41A1786C6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269" y="4489540"/>
              <a:ext cx="1755786" cy="2201485"/>
            </a:xfrm>
            <a:prstGeom prst="rect">
              <a:avLst/>
            </a:prstGeom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888DDC24-2AAA-B7F7-97E3-3F60AC89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0630" y="4453259"/>
              <a:ext cx="1755786" cy="2237766"/>
            </a:xfrm>
            <a:prstGeom prst="rect">
              <a:avLst/>
            </a:prstGeom>
          </p:spPr>
        </p:pic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AE155EEC-246E-8C9E-99A0-7CB19A2EB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6777" y="4481949"/>
              <a:ext cx="1691695" cy="2209076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F34260BB-1E7E-DCB5-F78D-297CB3FA9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553816" y="4453261"/>
              <a:ext cx="1789032" cy="2208406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1D41274-63D6-3C45-A574-3322AE976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577336" y="4481949"/>
              <a:ext cx="1683857" cy="2179717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491B4FDC-8CAF-0F8F-A4A8-99BA6C847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79038" y="4453260"/>
              <a:ext cx="1805676" cy="2237765"/>
            </a:xfrm>
            <a:prstGeom prst="rect">
              <a:avLst/>
            </a:prstGeom>
          </p:spPr>
        </p:pic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40A001F-61CD-1EC2-72D3-941F16B72DFD}"/>
              </a:ext>
            </a:extLst>
          </p:cNvPr>
          <p:cNvSpPr txBox="1"/>
          <p:nvPr/>
        </p:nvSpPr>
        <p:spPr>
          <a:xfrm>
            <a:off x="11250529" y="6820156"/>
            <a:ext cx="1908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Ana. M. Bisbé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08E7687-E8C4-0151-5C60-0874C82CCCEA}"/>
              </a:ext>
            </a:extLst>
          </p:cNvPr>
          <p:cNvSpPr txBox="1"/>
          <p:nvPr/>
        </p:nvSpPr>
        <p:spPr>
          <a:xfrm>
            <a:off x="13492376" y="6820156"/>
            <a:ext cx="17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Ana. M. Bisbé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D4095E-125E-2F6C-F7BB-196EC0E0F1D0}"/>
              </a:ext>
            </a:extLst>
          </p:cNvPr>
          <p:cNvSpPr txBox="1"/>
          <p:nvPr/>
        </p:nvSpPr>
        <p:spPr>
          <a:xfrm>
            <a:off x="15643786" y="6813935"/>
            <a:ext cx="180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Ana. M. Bisbé</a:t>
            </a:r>
          </a:p>
        </p:txBody>
      </p:sp>
    </p:spTree>
    <p:extLst>
      <p:ext uri="{BB962C8B-B14F-4D97-AF65-F5344CB8AC3E}">
        <p14:creationId xmlns:p14="http://schemas.microsoft.com/office/powerpoint/2010/main" val="2848295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A65C-55F5-9B71-0017-AAFCE7F03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5DA27D-1643-A80D-C74B-15223E3DB32B}"/>
              </a:ext>
            </a:extLst>
          </p:cNvPr>
          <p:cNvSpPr/>
          <p:nvPr/>
        </p:nvSpPr>
        <p:spPr>
          <a:xfrm>
            <a:off x="1047705" y="95241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MADRIDEJOS TEAM</a:t>
            </a:r>
            <a:endParaRPr lang="en-US" sz="2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F4C946-75BE-10F9-F025-6136C3DC1752}"/>
              </a:ext>
            </a:extLst>
          </p:cNvPr>
          <p:cNvSpPr/>
          <p:nvPr/>
        </p:nvSpPr>
        <p:spPr>
          <a:xfrm>
            <a:off x="3459878" y="3843305"/>
            <a:ext cx="11368244" cy="4652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2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¡Gracias</a:t>
            </a:r>
          </a:p>
          <a:p>
            <a:pPr marL="0" indent="0" algn="ctr">
              <a:buNone/>
            </a:pPr>
            <a:r>
              <a:rPr lang="en-US" sz="72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Clara y José Manuel!</a:t>
            </a:r>
            <a:endParaRPr lang="en-US" sz="7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C8FC32F-D7A8-3D71-80C7-942EE165B8D5}"/>
              </a:ext>
            </a:extLst>
          </p:cNvPr>
          <p:cNvSpPr/>
          <p:nvPr/>
        </p:nvSpPr>
        <p:spPr>
          <a:xfrm>
            <a:off x="953576" y="9190412"/>
            <a:ext cx="9229787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1472D111-8CAF-2877-5747-12693F9C92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90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4A7F-3F51-B4FA-CCBA-1AD52A2A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FB89E707-8534-6EA1-2E2C-48B756B574E5}"/>
              </a:ext>
            </a:extLst>
          </p:cNvPr>
          <p:cNvSpPr/>
          <p:nvPr/>
        </p:nvSpPr>
        <p:spPr>
          <a:xfrm>
            <a:off x="6000480" y="1642136"/>
            <a:ext cx="1236379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PONENTE</a:t>
            </a:r>
            <a:endParaRPr lang="en-US" sz="2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C2179CF-DE82-5FD7-2538-ADFE1DB29B5D}"/>
              </a:ext>
            </a:extLst>
          </p:cNvPr>
          <p:cNvSpPr/>
          <p:nvPr/>
        </p:nvSpPr>
        <p:spPr>
          <a:xfrm>
            <a:off x="6000480" y="2243424"/>
            <a:ext cx="12363797" cy="876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645"/>
              </a:lnSpc>
              <a:buNone/>
            </a:pPr>
            <a:r>
              <a:rPr lang="en-US" sz="6600" b="1" kern="0" spc="-132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Raúl Vinuesa Arjona</a:t>
            </a:r>
            <a:endParaRPr lang="en-US" sz="6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3140118-A746-EC29-FD26-8EAED6687685}"/>
              </a:ext>
            </a:extLst>
          </p:cNvPr>
          <p:cNvSpPr/>
          <p:nvPr/>
        </p:nvSpPr>
        <p:spPr>
          <a:xfrm>
            <a:off x="6000480" y="3329274"/>
            <a:ext cx="12363797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Associate Manager &amp; Power BI Champion</a:t>
            </a:r>
          </a:p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6E3D617-9D5C-A699-B2B1-4B1F52E536EF}"/>
              </a:ext>
            </a:extLst>
          </p:cNvPr>
          <p:cNvSpPr/>
          <p:nvPr/>
        </p:nvSpPr>
        <p:spPr>
          <a:xfrm>
            <a:off x="6000479" y="4145524"/>
            <a:ext cx="9699595" cy="274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457200" indent="-457200" algn="l">
              <a:lnSpc>
                <a:spcPct val="113407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Especialista</a:t>
            </a:r>
            <a:r>
              <a:rPr lang="en-US" sz="32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32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</a:t>
            </a:r>
            <a:r>
              <a:rPr lang="en-US" sz="32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Power BI</a:t>
            </a:r>
          </a:p>
          <a:p>
            <a:pPr marL="457200" indent="-457200" algn="l">
              <a:lnSpc>
                <a:spcPct val="113407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Algo </a:t>
            </a:r>
            <a:r>
              <a:rPr lang="en-US" sz="32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más</a:t>
            </a:r>
            <a:r>
              <a:rPr lang="en-US" sz="32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1 </a:t>
            </a:r>
            <a:r>
              <a:rPr lang="en-US" sz="32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año</a:t>
            </a:r>
            <a:r>
              <a:rPr lang="en-US" sz="32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con Fabric</a:t>
            </a:r>
          </a:p>
          <a:p>
            <a:pPr marL="457200" indent="-457200" algn="l">
              <a:lnSpc>
                <a:spcPct val="113407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Fundador</a:t>
            </a:r>
            <a:r>
              <a:rPr lang="en-US" sz="32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del </a:t>
            </a:r>
            <a:r>
              <a:rPr lang="en-US" sz="32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grupo</a:t>
            </a:r>
            <a:r>
              <a:rPr lang="en-US" sz="32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</a:t>
            </a:r>
            <a:r>
              <a:rPr lang="en-US" sz="32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usuarios</a:t>
            </a:r>
            <a:r>
              <a:rPr lang="en-US" sz="32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Power BI y Fabric Albacete (desde2020)</a:t>
            </a:r>
          </a:p>
          <a:p>
            <a:pPr marL="457200" indent="-457200" algn="l">
              <a:lnSpc>
                <a:spcPct val="113407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Certificaciones</a:t>
            </a:r>
            <a:r>
              <a:rPr lang="en-US" sz="32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 PL-300, DP-600 y </a:t>
            </a:r>
            <a:r>
              <a:rPr lang="en-US" sz="32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DP-700</a:t>
            </a:r>
          </a:p>
          <a:p>
            <a:pPr algn="l">
              <a:lnSpc>
                <a:spcPct val="113407"/>
              </a:lnSpc>
            </a:pPr>
            <a:endParaRPr lang="en-US" sz="2550" dirty="0">
              <a:solidFill>
                <a:srgbClr val="211E2B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31AC99A-BB50-1CE2-892A-E489EEF14177}"/>
              </a:ext>
            </a:extLst>
          </p:cNvPr>
          <p:cNvSpPr/>
          <p:nvPr/>
        </p:nvSpPr>
        <p:spPr>
          <a:xfrm>
            <a:off x="10231763" y="8764336"/>
            <a:ext cx="7899105" cy="682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s-ES" sz="2550" dirty="0">
                <a:latin typeface="Outfit"/>
                <a:hlinkClick r:id="rId3"/>
              </a:rPr>
              <a:t>https://www.linkedin.com/in/raulvinuesaarjona/</a:t>
            </a:r>
            <a:endParaRPr lang="en-US" sz="2550" dirty="0">
              <a:latin typeface="Outfi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097785F-1783-77AF-C7AF-33CF6B035EEC}"/>
              </a:ext>
            </a:extLst>
          </p:cNvPr>
          <p:cNvSpPr/>
          <p:nvPr/>
        </p:nvSpPr>
        <p:spPr>
          <a:xfrm>
            <a:off x="1047705" y="8967158"/>
            <a:ext cx="10031119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5D06F293-8664-D68A-52AC-1B6516C72F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58625E1-2B38-152F-198E-19776CDAA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29" y="2842594"/>
            <a:ext cx="4342491" cy="4342491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976061E1-D257-0084-2F36-5082BD3468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81316" y="2800245"/>
            <a:ext cx="3847445" cy="144690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94C3458-4B90-C134-81EC-3F17FC1CE3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70782" y="4685299"/>
            <a:ext cx="2691319" cy="1902759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629B3F40-A8D9-B3C9-0D30-48F80B7CF393}"/>
              </a:ext>
            </a:extLst>
          </p:cNvPr>
          <p:cNvSpPr txBox="1"/>
          <p:nvPr/>
        </p:nvSpPr>
        <p:spPr>
          <a:xfrm>
            <a:off x="12462410" y="8162107"/>
            <a:ext cx="231185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600" b="1" dirty="0">
                <a:latin typeface="Outfit"/>
              </a:rPr>
              <a:t>¿Contactamos?</a:t>
            </a:r>
          </a:p>
        </p:txBody>
      </p:sp>
    </p:spTree>
    <p:extLst>
      <p:ext uri="{BB962C8B-B14F-4D97-AF65-F5344CB8AC3E}">
        <p14:creationId xmlns:p14="http://schemas.microsoft.com/office/powerpoint/2010/main" val="2000589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12270730" cy="466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</a:rPr>
              <a:t>UN ASISTENTE DE ESTUDIO CONSTRUIDO CON IA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700411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Agenda</a:t>
            </a:r>
            <a:endParaRPr lang="en-US" sz="5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05" y="3077608"/>
            <a:ext cx="16192590" cy="17253"/>
          </a:xfrm>
          <a:prstGeom prst="rect">
            <a:avLst/>
          </a:prstGeom>
          <a:solidFill>
            <a:srgbClr val="DDD8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047705" y="3466875"/>
            <a:ext cx="1990626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1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3276420" y="3380611"/>
            <a:ext cx="1990624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Contexto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749125" y="3440996"/>
            <a:ext cx="6140940" cy="434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B657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 punto de partida y la hipótesis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47705" y="4140814"/>
            <a:ext cx="16192590" cy="17253"/>
          </a:xfrm>
          <a:prstGeom prst="rect">
            <a:avLst/>
          </a:prstGeom>
          <a:solidFill>
            <a:srgbClr val="DDD8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47705" y="4530081"/>
            <a:ext cx="1990626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 2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276420" y="4443817"/>
            <a:ext cx="1990624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Sistema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749125" y="4470955"/>
            <a:ext cx="7863117" cy="426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6B657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Componentes</a:t>
            </a:r>
            <a:r>
              <a:rPr lang="en-US" sz="2400" dirty="0">
                <a:solidFill>
                  <a:srgbClr val="6B657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y </a:t>
            </a:r>
            <a:r>
              <a:rPr lang="en-US" sz="2400" dirty="0" err="1">
                <a:solidFill>
                  <a:srgbClr val="6B657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modos</a:t>
            </a:r>
            <a:r>
              <a:rPr lang="en-US" sz="2400" dirty="0">
                <a:solidFill>
                  <a:srgbClr val="6B657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</a:t>
            </a:r>
            <a:r>
              <a:rPr lang="en-US" sz="2400" dirty="0" err="1">
                <a:solidFill>
                  <a:srgbClr val="6B657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estudio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47705" y="5204020"/>
            <a:ext cx="16192590" cy="17253"/>
          </a:xfrm>
          <a:prstGeom prst="rect">
            <a:avLst/>
          </a:prstGeom>
          <a:solidFill>
            <a:srgbClr val="DDD8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1047705" y="5593286"/>
            <a:ext cx="1990626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3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3276419" y="5507023"/>
            <a:ext cx="1990625" cy="590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Método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749125" y="5546829"/>
            <a:ext cx="7003584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B657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 por datos, medición y mejora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047705" y="7330431"/>
            <a:ext cx="16192590" cy="17253"/>
          </a:xfrm>
          <a:prstGeom prst="rect">
            <a:avLst/>
          </a:prstGeom>
          <a:solidFill>
            <a:srgbClr val="DDD8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047705" y="6267226"/>
            <a:ext cx="16192590" cy="17253"/>
          </a:xfrm>
          <a:prstGeom prst="rect">
            <a:avLst/>
          </a:prstGeom>
          <a:solidFill>
            <a:srgbClr val="DDD8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47705" y="6656493"/>
            <a:ext cx="1990626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4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3276420" y="6570228"/>
            <a:ext cx="1717331" cy="57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Cierre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5749125" y="6610035"/>
            <a:ext cx="6050767" cy="434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B657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Patrón replicable y resultado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3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05" y="3138937"/>
            <a:ext cx="17811848" cy="44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528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1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47705" y="3906283"/>
            <a:ext cx="16312643" cy="123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251"/>
              </a:lnSpc>
              <a:buNone/>
            </a:pPr>
            <a:r>
              <a:rPr lang="en-US" sz="9900" b="1" kern="0" spc="-297" dirty="0">
                <a:solidFill>
                  <a:srgbClr val="F5F3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Contexto y diagnóstico</a:t>
            </a:r>
            <a:endParaRPr lang="en-US" sz="9900" dirty="0"/>
          </a:p>
        </p:txBody>
      </p:sp>
      <p:sp>
        <p:nvSpPr>
          <p:cNvPr id="5" name="Text 2"/>
          <p:cNvSpPr/>
          <p:nvPr/>
        </p:nvSpPr>
        <p:spPr>
          <a:xfrm>
            <a:off x="1047705" y="6622931"/>
            <a:ext cx="11525200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Por </a:t>
            </a:r>
            <a:r>
              <a:rPr lang="en-US" sz="3000" dirty="0" err="1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qué</a:t>
            </a:r>
            <a:r>
              <a:rPr lang="en-US" sz="300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suspender no fue falta de horas, sino de método.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47705" y="869174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C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1 · CONTEXTO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 diagnóstico con datos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47705" y="3117236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486978" y="3039598"/>
            <a:ext cx="7842552" cy="518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Puntuación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651/1000. El corte estaba en 700.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47705" y="397812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86978" y="3900488"/>
            <a:ext cx="9551814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fue falta de horas: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fue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falta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foco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47705" y="4845711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86977" y="4768073"/>
            <a:ext cx="9551813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áreas débiles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 Administración, Real-Time y control de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versiones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710A3FC-EBA0-B4F0-C8DC-AF0FFDD92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646" y="6137021"/>
            <a:ext cx="15420707" cy="22328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1 · CONTEXTO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hipótesis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47705" y="3117236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486978" y="3039598"/>
            <a:ext cx="7159493" cy="518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 problema no era el temario, era el repaso.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47705" y="397812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86978" y="3900488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Releer da una falsa sensación de dominio.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47705" y="4878552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86978" y="4800914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Hacía falta repaso activo, feedback y registro de </a:t>
            </a: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errores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</a:t>
            </a:r>
          </a:p>
          <a:p>
            <a:pPr marL="0" indent="0" algn="l">
              <a:lnSpc>
                <a:spcPct val="111300"/>
              </a:lnSpc>
              <a:buNone/>
            </a:pPr>
            <a:endParaRPr lang="en-US" sz="2700" dirty="0">
              <a:solidFill>
                <a:srgbClr val="211E2B"/>
              </a:solidFill>
              <a:latin typeface="Outfit" pitchFamily="34" charset="0"/>
              <a:ea typeface="Outfit" pitchFamily="34" charset="-122"/>
            </a:endParaRPr>
          </a:p>
          <a:p>
            <a:pPr marL="0" indent="0" algn="l">
              <a:lnSpc>
                <a:spcPct val="111300"/>
              </a:lnSpc>
              <a:buNone/>
            </a:pPr>
            <a:endParaRPr lang="en-US" sz="2700" dirty="0">
              <a:solidFill>
                <a:srgbClr val="211E2B"/>
              </a:solidFill>
              <a:latin typeface="Outfit" pitchFamily="34" charset="0"/>
              <a:ea typeface="Outfit" pitchFamily="34" charset="-122"/>
            </a:endParaRPr>
          </a:p>
          <a:p>
            <a:pPr marL="0" indent="0" algn="l">
              <a:lnSpc>
                <a:spcPct val="111300"/>
              </a:lnSpc>
              <a:buNone/>
            </a:pPr>
            <a:endParaRPr lang="en-US" sz="2700" dirty="0">
              <a:solidFill>
                <a:srgbClr val="211E2B"/>
              </a:solidFill>
              <a:latin typeface="Outfit" pitchFamily="34" charset="0"/>
              <a:ea typeface="Outfit" pitchFamily="34" charset="-122"/>
            </a:endParaRPr>
          </a:p>
          <a:p>
            <a:pPr marL="0" indent="0" algn="l">
              <a:lnSpc>
                <a:spcPct val="111300"/>
              </a:lnSpc>
              <a:buNone/>
            </a:pP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211642BE-5AD5-D2AA-8569-94C1EF85AB24}"/>
              </a:ext>
            </a:extLst>
          </p:cNvPr>
          <p:cNvSpPr/>
          <p:nvPr/>
        </p:nvSpPr>
        <p:spPr>
          <a:xfrm>
            <a:off x="9340031" y="7785050"/>
            <a:ext cx="8213613" cy="1725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¿Y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monto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un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asistente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estudio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con IA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me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ayude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a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reforzar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esas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áreas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33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débiles</a:t>
            </a:r>
            <a:r>
              <a:rPr lang="en-US" sz="33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?</a:t>
            </a:r>
            <a:endParaRPr lang="en-US" sz="33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A8C7ECE-E20D-B9E4-E671-0C55F2A17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20" y="2411869"/>
            <a:ext cx="6885822" cy="53208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3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05" y="3138937"/>
            <a:ext cx="17811848" cy="44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528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47705" y="3906283"/>
            <a:ext cx="14668451" cy="123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251"/>
              </a:lnSpc>
              <a:buNone/>
            </a:pPr>
            <a:r>
              <a:rPr lang="en-US" sz="9900" b="1" kern="0" spc="-297" dirty="0">
                <a:solidFill>
                  <a:srgbClr val="F5F3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Arquitectura del sistema</a:t>
            </a:r>
            <a:endParaRPr lang="en-US" sz="9900" dirty="0"/>
          </a:p>
        </p:txBody>
      </p:sp>
      <p:sp>
        <p:nvSpPr>
          <p:cNvPr id="5" name="Text 2"/>
          <p:cNvSpPr/>
          <p:nvPr/>
        </p:nvSpPr>
        <p:spPr>
          <a:xfrm>
            <a:off x="1047705" y="6142838"/>
            <a:ext cx="11525200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 </a:t>
            </a:r>
            <a:r>
              <a:rPr lang="en-US" sz="3000" dirty="0" err="1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asistente</a:t>
            </a:r>
            <a:r>
              <a:rPr lang="en-US" sz="300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</a:t>
            </a:r>
            <a:r>
              <a:rPr lang="en-US" sz="3000" dirty="0" err="1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estudio</a:t>
            </a:r>
            <a:r>
              <a:rPr lang="en-US" sz="300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+ una base de conocimiento versionada.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47705" y="765949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C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2 · ARQUITECTURA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Visión de arquitectura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66901" y="4563747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486977" y="4504845"/>
            <a:ext cx="838589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sobre 6 ficheros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propios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versionados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y 7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modos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estudio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64180" y="5847368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86978" y="5744919"/>
            <a:ext cx="8611179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teoría se ancla siempre en Microsoft Learn oficial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47705" y="6604120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86978" y="6526482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Regla anti-alucinación: si no lo sabe, lo dice.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A547D2C-32AB-A4DF-769E-6E340603B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858" y="672050"/>
            <a:ext cx="4430237" cy="95250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A033FA9-741B-E60A-79A1-8C5639E75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4643" y="2000115"/>
            <a:ext cx="7323549" cy="8135919"/>
          </a:xfrm>
          <a:prstGeom prst="rect">
            <a:avLst/>
          </a:prstGeom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9D7984E8-ED60-EF6D-593F-5DA2595BEA68}"/>
              </a:ext>
            </a:extLst>
          </p:cNvPr>
          <p:cNvSpPr/>
          <p:nvPr/>
        </p:nvSpPr>
        <p:spPr>
          <a:xfrm>
            <a:off x="1047705" y="3138383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A7FE1616-694B-D6AD-1A47-DEBC43AD6417}"/>
              </a:ext>
            </a:extLst>
          </p:cNvPr>
          <p:cNvSpPr/>
          <p:nvPr/>
        </p:nvSpPr>
        <p:spPr>
          <a:xfrm>
            <a:off x="1486978" y="3060745"/>
            <a:ext cx="7925963" cy="1341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 prompt de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lanzamiento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para </a:t>
            </a: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cubrir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una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necesidad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específica</a:t>
            </a:r>
            <a:endParaRPr lang="en-US" sz="2700" b="1" dirty="0">
              <a:solidFill>
                <a:srgbClr val="6B3FA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2 · ARQUITECTURA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1494958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Los 6 </a:t>
            </a:r>
            <a:r>
              <a:rPr lang="en-US" sz="5700" b="1" kern="0" spc="-114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componentes</a:t>
            </a: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</a:t>
            </a:r>
            <a:r>
              <a:rPr lang="en-US" sz="5700" b="1" kern="0" spc="-114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ficheros</a:t>
            </a: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5700" b="1" kern="0" spc="-114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</a:t>
            </a: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5700" b="1" kern="0" spc="-114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contexto</a:t>
            </a: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)  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18676" y="3132590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563047" y="3076700"/>
            <a:ext cx="12232499" cy="1086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Asistente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Master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, </a:t>
            </a:r>
            <a:r>
              <a:rPr lang="en-US" sz="2700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 </a:t>
            </a:r>
            <a:r>
              <a:rPr lang="en-US" sz="2700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cerebro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del Sistema: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instrucciones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,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temario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, plan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por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fases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,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diario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</a:p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sesiones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,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etcétera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13761" y="5944094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563049" y="5867125"/>
            <a:ext cx="8589351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Chuleta de Decisión: 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árboles de 'cuándo uso qué'.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13762" y="676935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563049" y="6716183"/>
            <a:ext cx="9025675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Procesos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Secuenciales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orden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correcto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pasos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69F8030-75C5-48F1-B133-F3EC621BC7FA}"/>
              </a:ext>
            </a:extLst>
          </p:cNvPr>
          <p:cNvSpPr txBox="1"/>
          <p:nvPr/>
        </p:nvSpPr>
        <p:spPr>
          <a:xfrm>
            <a:off x="1541384" y="7494399"/>
            <a:ext cx="12074839" cy="52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Referencia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KQL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 Chuletas de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sintaxis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y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patrones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consulta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Kusto (KQL)</a:t>
            </a:r>
            <a:endParaRPr lang="en-US" sz="27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2425C21A-75C2-02C7-5919-B03B8993CAE3}"/>
              </a:ext>
            </a:extLst>
          </p:cNvPr>
          <p:cNvSpPr/>
          <p:nvPr/>
        </p:nvSpPr>
        <p:spPr>
          <a:xfrm>
            <a:off x="1018676" y="7617863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57479C4-2B0E-76A4-87B4-D80AF158C3AB}"/>
              </a:ext>
            </a:extLst>
          </p:cNvPr>
          <p:cNvSpPr txBox="1"/>
          <p:nvPr/>
        </p:nvSpPr>
        <p:spPr>
          <a:xfrm>
            <a:off x="1541385" y="4083625"/>
            <a:ext cx="12074839" cy="9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Banco de </a:t>
            </a: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Preguntas</a:t>
            </a:r>
            <a:r>
              <a:rPr lang="en-US" sz="2700" b="1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repositorio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fijo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preguntas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latin typeface="Outfit" pitchFamily="34" charset="0"/>
                <a:ea typeface="Outfit" pitchFamily="34" charset="-122"/>
                <a:cs typeface="Outfit" pitchFamily="34" charset="-120"/>
              </a:rPr>
              <a:t>tipo</a:t>
            </a:r>
            <a:r>
              <a:rPr lang="en-US" sz="2700" dirty="0">
                <a:latin typeface="Outfit" pitchFamily="34" charset="0"/>
                <a:ea typeface="Outfit" pitchFamily="34" charset="-122"/>
                <a:cs typeface="Outfit" pitchFamily="34" charset="-120"/>
              </a:rPr>
              <a:t> examen </a:t>
            </a:r>
            <a:r>
              <a:rPr lang="en-US" sz="2700" dirty="0" err="1">
                <a:latin typeface="Outfit" pitchFamily="34" charset="0"/>
                <a:ea typeface="Outfit" pitchFamily="34" charset="-122"/>
                <a:cs typeface="Outfit" pitchFamily="34" charset="-120"/>
              </a:rPr>
              <a:t>por</a:t>
            </a:r>
            <a:r>
              <a:rPr lang="en-US" sz="2700" dirty="0"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área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para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autoevaluación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casi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100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preguntas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)</a:t>
            </a:r>
            <a:endParaRPr lang="en-US" sz="27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3F5F64D-0B68-A9B8-BB0A-47E600E0660C}"/>
              </a:ext>
            </a:extLst>
          </p:cNvPr>
          <p:cNvSpPr txBox="1"/>
          <p:nvPr/>
        </p:nvSpPr>
        <p:spPr>
          <a:xfrm>
            <a:off x="1541385" y="5163979"/>
            <a:ext cx="120965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Flashcards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tarjetas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pregunta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respuesta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por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área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, para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repaso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rápido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y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memorización</a:t>
            </a:r>
            <a:endParaRPr lang="es-ES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D593A1B9-8E06-C937-EF5A-07494C16BDA8}"/>
              </a:ext>
            </a:extLst>
          </p:cNvPr>
          <p:cNvSpPr/>
          <p:nvPr/>
        </p:nvSpPr>
        <p:spPr>
          <a:xfrm>
            <a:off x="1013762" y="5239076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C28CEF2D-1C62-90E7-380D-A3B1FDDBE639}"/>
              </a:ext>
            </a:extLst>
          </p:cNvPr>
          <p:cNvSpPr/>
          <p:nvPr/>
        </p:nvSpPr>
        <p:spPr>
          <a:xfrm>
            <a:off x="1013762" y="4185833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B697E516-B27B-25F3-D7EC-21877A9DD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5550" y="2152470"/>
            <a:ext cx="3478688" cy="80059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2 · ARQUITECTURA</a:t>
            </a:r>
            <a:endParaRPr lang="en-US" sz="21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4DE54F7-784F-9139-BF1F-DEF54E954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840" y="292535"/>
            <a:ext cx="10812621" cy="9731359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Los 7 modos de estudio</a:t>
            </a:r>
            <a:endParaRPr lang="en-US" sz="5700" dirty="0"/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3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05" y="3138937"/>
            <a:ext cx="17811848" cy="44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528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3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47705" y="3906283"/>
            <a:ext cx="14668451" cy="123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251"/>
              </a:lnSpc>
              <a:buNone/>
            </a:pPr>
            <a:r>
              <a:rPr lang="en-US" sz="9900" b="1" kern="0" spc="-297" dirty="0">
                <a:solidFill>
                  <a:srgbClr val="F5F3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Método y resultados</a:t>
            </a:r>
            <a:endParaRPr lang="en-US" sz="9900" dirty="0"/>
          </a:p>
        </p:txBody>
      </p:sp>
      <p:sp>
        <p:nvSpPr>
          <p:cNvPr id="5" name="Text 2"/>
          <p:cNvSpPr/>
          <p:nvPr/>
        </p:nvSpPr>
        <p:spPr>
          <a:xfrm>
            <a:off x="1047705" y="5462543"/>
            <a:ext cx="11525200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 por datos, medición imparcial y bucle de mejora.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47705" y="6794246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C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3 · MÉTODO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6" y="1496548"/>
            <a:ext cx="6201504" cy="232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 por datos y </a:t>
            </a:r>
            <a:r>
              <a:rPr lang="en-US" sz="5700" b="1" kern="0" spc="-114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diario</a:t>
            </a: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de sesiones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47704" y="4629904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486977" y="4552266"/>
            <a:ext cx="7939455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Fases priorizadas por debilidad, no por temario lineal.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28609" y="5693389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86976" y="5628052"/>
            <a:ext cx="85883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Cada sesión: área, modo, nota y puntos débiles nuevos.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47704" y="6831662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86977" y="6754024"/>
            <a:ext cx="784097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Esos fallos alimentan la chuleta: bucle de mejora.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EE4EE67-6AD5-44AB-E34D-4379F38B4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842" y="624448"/>
            <a:ext cx="7939455" cy="9330423"/>
          </a:xfrm>
          <a:prstGeom prst="rect">
            <a:avLst/>
          </a:prstGeom>
        </p:spPr>
      </p:pic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7093737" y="100596"/>
            <a:ext cx="1047705" cy="10477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3 · MÉTODO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8264106" cy="187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Medición con feedback imparcial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47704" y="393863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486978" y="3860997"/>
            <a:ext cx="5165614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Simulacros en sesión: 90-100%, pero sesgados.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47705" y="5084017"/>
            <a:ext cx="145161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86977" y="5054963"/>
            <a:ext cx="548366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Juez fiable: practice test oficial de MS Learn, 74% → 80%.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47705" y="6235577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86978" y="6157938"/>
            <a:ext cx="4807805" cy="1873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Cada fallo: repaso dirigido y retest hasta 10/10.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987721" y="100596"/>
            <a:ext cx="1047705" cy="104770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F206494-4C66-014A-B43C-B74E21FD0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044" y="462527"/>
            <a:ext cx="8426977" cy="96107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A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2095410" y="-1523910"/>
            <a:ext cx="7238910" cy="7238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05" y="1047705"/>
            <a:ext cx="6958444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495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MADRIDEJOS · 25-26 SEP 2026</a:t>
            </a:r>
            <a:endParaRPr lang="en-US" sz="2250" dirty="0"/>
          </a:p>
        </p:txBody>
      </p:sp>
      <p:sp>
        <p:nvSpPr>
          <p:cNvPr id="5" name="Text 1"/>
          <p:cNvSpPr/>
          <p:nvPr/>
        </p:nvSpPr>
        <p:spPr>
          <a:xfrm>
            <a:off x="6016520" y="4445793"/>
            <a:ext cx="8993442" cy="1395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284"/>
              </a:lnSpc>
              <a:buNone/>
            </a:pPr>
            <a:r>
              <a:rPr lang="en-US" sz="11250" b="1" kern="0" spc="-337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</a:t>
            </a:r>
            <a:endParaRPr lang="en-US" sz="11250" dirty="0"/>
          </a:p>
        </p:txBody>
      </p:sp>
      <p:sp>
        <p:nvSpPr>
          <p:cNvPr id="7" name="Text 3"/>
          <p:cNvSpPr/>
          <p:nvPr/>
        </p:nvSpPr>
        <p:spPr>
          <a:xfrm>
            <a:off x="1047705" y="8859733"/>
            <a:ext cx="10748433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11E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3297485" y="8859733"/>
            <a:ext cx="4337092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¡Nos vemos </a:t>
            </a:r>
            <a:r>
              <a:rPr lang="en-US" sz="2250" dirty="0" err="1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</a:t>
            </a:r>
            <a:r>
              <a:rPr lang="en-US" sz="225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2027!</a:t>
            </a:r>
            <a:endParaRPr lang="en-US" sz="2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3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05" y="3138937"/>
            <a:ext cx="17811848" cy="44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528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4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47705" y="3906283"/>
            <a:ext cx="14668451" cy="123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251"/>
              </a:lnSpc>
              <a:buNone/>
            </a:pPr>
            <a:r>
              <a:rPr lang="en-US" sz="9900" b="1" kern="0" spc="-297" dirty="0">
                <a:solidFill>
                  <a:srgbClr val="F5F3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Cierre</a:t>
            </a:r>
            <a:endParaRPr lang="en-US" sz="9900" dirty="0"/>
          </a:p>
        </p:txBody>
      </p:sp>
      <p:sp>
        <p:nvSpPr>
          <p:cNvPr id="5" name="Text 2"/>
          <p:cNvSpPr/>
          <p:nvPr/>
        </p:nvSpPr>
        <p:spPr>
          <a:xfrm>
            <a:off x="1047705" y="5462543"/>
            <a:ext cx="11525200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receta replicable para cualquier certificación.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47705" y="6794246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C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4 · CIERRE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Patrón replicable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47705" y="3117236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486978" y="3039598"/>
            <a:ext cx="7840976" cy="518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Diagnóstico con datos + grounding en fuente oficial.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34403" y="4128414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86978" y="4074960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Base versionada y log de errores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por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patrón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47705" y="5318994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86978" y="5241356"/>
            <a:ext cx="8037932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Validación imparcial y bucle fallo → repaso → retest.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977E97F3-693F-E656-D4B5-EA4CAADB69FE}"/>
              </a:ext>
            </a:extLst>
          </p:cNvPr>
          <p:cNvSpPr/>
          <p:nvPr/>
        </p:nvSpPr>
        <p:spPr>
          <a:xfrm>
            <a:off x="1486978" y="6407752"/>
            <a:ext cx="8037932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Más </a:t>
            </a:r>
            <a:r>
              <a:rPr lang="en-US" sz="2700" b="1" dirty="0" err="1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fácil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ahora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conector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Microsoft Learn </a:t>
            </a:r>
            <a:r>
              <a:rPr lang="en-US" sz="27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</a:t>
            </a: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Claude</a:t>
            </a:r>
            <a:endParaRPr lang="en-US" sz="27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54D79D17-3083-CC86-9D11-DA6BB0094CE3}"/>
              </a:ext>
            </a:extLst>
          </p:cNvPr>
          <p:cNvSpPr/>
          <p:nvPr/>
        </p:nvSpPr>
        <p:spPr>
          <a:xfrm>
            <a:off x="1045510" y="646393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34DD062-571B-9793-3E87-D97AD1520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6768" y="2152470"/>
            <a:ext cx="8652480" cy="75925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4 · CIERRE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Resultado y cierre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47705" y="3117236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486978" y="3039598"/>
            <a:ext cx="8037932" cy="518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 651 al examen final : </a:t>
            </a:r>
            <a:r>
              <a:rPr lang="en-US" sz="2700" b="1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740/1000 </a:t>
            </a:r>
            <a:endParaRPr lang="en-US" sz="2700" b="1" dirty="0">
              <a:solidFill>
                <a:srgbClr val="6B3FA8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047705" y="397812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86978" y="3900488"/>
            <a:ext cx="4912111" cy="252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n-U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Automaticé el repasar bien y el no repetir errores.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F6EAD71-70AA-2024-7B66-A9B90A130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499" y="3039598"/>
            <a:ext cx="11292717" cy="600521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A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F6728-0EF7-8BA9-95A1-0FDD9C26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705AB57-A9A0-5E24-CA29-873C9D34F8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2095410" y="-1523910"/>
            <a:ext cx="7238910" cy="723891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F25B240-46DE-A9C1-3C8B-6D28C6B34C3A}"/>
              </a:ext>
            </a:extLst>
          </p:cNvPr>
          <p:cNvSpPr/>
          <p:nvPr/>
        </p:nvSpPr>
        <p:spPr>
          <a:xfrm>
            <a:off x="1047705" y="1047705"/>
            <a:ext cx="6958444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495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MADRIDEJOS · 25-26 SEP 2026</a:t>
            </a:r>
            <a:endParaRPr lang="en-US" sz="22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2336F36-BA99-C80F-11FA-8903CEFDA7B2}"/>
              </a:ext>
            </a:extLst>
          </p:cNvPr>
          <p:cNvSpPr/>
          <p:nvPr/>
        </p:nvSpPr>
        <p:spPr>
          <a:xfrm>
            <a:off x="6016520" y="4445793"/>
            <a:ext cx="8993442" cy="1395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284"/>
              </a:lnSpc>
              <a:buNone/>
            </a:pPr>
            <a:r>
              <a:rPr lang="en-US" sz="11250" b="1" kern="0" spc="-337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¡Gracias!</a:t>
            </a:r>
            <a:endParaRPr lang="en-US" sz="112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27835B0-A7ED-D864-CEB3-BE167325FFD8}"/>
              </a:ext>
            </a:extLst>
          </p:cNvPr>
          <p:cNvSpPr/>
          <p:nvPr/>
        </p:nvSpPr>
        <p:spPr>
          <a:xfrm>
            <a:off x="1047705" y="8859733"/>
            <a:ext cx="10748433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11E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2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2C4964F-1CE6-4CCD-8736-B4822CE38DA5}"/>
              </a:ext>
            </a:extLst>
          </p:cNvPr>
          <p:cNvSpPr/>
          <p:nvPr/>
        </p:nvSpPr>
        <p:spPr>
          <a:xfrm>
            <a:off x="13297485" y="8859733"/>
            <a:ext cx="4337092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¡Nos vemos </a:t>
            </a:r>
            <a:r>
              <a:rPr lang="en-US" sz="2250" dirty="0" err="1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</a:t>
            </a:r>
            <a:r>
              <a:rPr lang="en-US" sz="225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2027!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3639008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3174</TotalTime>
  <Words>1863</Words>
  <Application>Microsoft Office PowerPoint</Application>
  <PresentationFormat>Personalizado</PresentationFormat>
  <Paragraphs>262</Paragraphs>
  <Slides>31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Arial</vt:lpstr>
      <vt:lpstr>JetBrains Mono</vt:lpstr>
      <vt:lpstr>Montserrat Black</vt:lpstr>
      <vt:lpstr>Montserrat Medium</vt:lpstr>
      <vt:lpstr>Outfit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Raúl Vinuesa Arjona</cp:lastModifiedBy>
  <cp:revision>2</cp:revision>
  <dcterms:created xsi:type="dcterms:W3CDTF">2026-08-26T05:47:19Z</dcterms:created>
  <dcterms:modified xsi:type="dcterms:W3CDTF">2026-09-28T17:21:00Z</dcterms:modified>
</cp:coreProperties>
</file>